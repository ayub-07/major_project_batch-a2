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61" r:id="rId4"/>
    <p:sldId id="264" r:id="rId5"/>
    <p:sldId id="302" r:id="rId6"/>
    <p:sldId id="303" r:id="rId7"/>
    <p:sldId id="304" r:id="rId8"/>
    <p:sldId id="305" r:id="rId9"/>
    <p:sldId id="306" r:id="rId10"/>
    <p:sldId id="296" r:id="rId11"/>
    <p:sldId id="311" r:id="rId12"/>
    <p:sldId id="312" r:id="rId13"/>
    <p:sldId id="297" r:id="rId14"/>
    <p:sldId id="308" r:id="rId15"/>
    <p:sldId id="309" r:id="rId16"/>
    <p:sldId id="310" r:id="rId17"/>
    <p:sldId id="282" r:id="rId18"/>
  </p:sldIdLst>
  <p:sldSz cx="12192000" cy="6858000"/>
  <p:notesSz cx="12192000" cy="6858000"/>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C5B5DF38-704E-41C5-B9B8-2D1E91A6ECC7}" styleName="Medium Style 2 - Accent 1">
    <a:wholeTbl>
      <a:tcTxStyle>
        <a:fontRef idx="minor">
          <a:srgbClr val="000000"/>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a:solidFill>
                <a:schemeClr val="lt1"/>
              </a:solidFill>
            </a:ln>
          </a:top>
        </a:tcBdr>
        <a:fill>
          <a:solidFill>
            <a:schemeClr val="accent1"/>
          </a:solidFill>
        </a:fill>
      </a:tcStyle>
    </a:lastRow>
    <a:firstRow>
      <a:tcTxStyle b="on">
        <a:fontRef idx="minor">
          <a:srgbClr val="000000"/>
        </a:fontRef>
        <a:schemeClr val="lt1"/>
      </a:tcTxStyle>
      <a:tcStyle>
        <a:tcBdr>
          <a:bottom>
            <a:ln w="38100">
              <a:solidFill>
                <a:schemeClr val="lt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6A183AAB-D4BD-4CC5-A188-85805F6C641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D9D4CD-ED9A-4FD8-B1B9-CD004B2DB0CF}"/>
              </a:ext>
            </a:extLst>
          </p:cNvPr>
          <p:cNvSpPr>
            <a:spLocks noGrp="1"/>
          </p:cNvSpPr>
          <p:nvPr>
            <p:ph type="title"/>
          </p:nvPr>
        </p:nvSpPr>
        <p:spPr>
          <a:xfrm>
            <a:off x="1524000" y="1122363"/>
            <a:ext cx="9144000" cy="2387600"/>
          </a:xfrm>
        </p:spPr>
        <p:txBody>
          <a:bodyPr rtlCol="0" anchor="b"/>
          <a:lstStyle>
            <a:lvl1pPr lvl="0" algn="ctr">
              <a:defRPr lang="en-US" sz="6000" dirty="0"/>
            </a:lvl1pPr>
          </a:lstStyle>
          <a:p>
            <a:r>
              <a:rPr lang="en-US" dirty="0"/>
              <a:t>Click to edit Master title style</a:t>
            </a:r>
          </a:p>
        </p:txBody>
      </p:sp>
      <p:sp>
        <p:nvSpPr>
          <p:cNvPr id="3" name="Subtitle 2">
            <a:extLst>
              <a:ext uri="{7E654E2B-0861-43CB-B3AF-C296CC6750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5FF3DCE-897C-4950-B1FF-C81C292F5852}"/>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Click to edit Master subtitle style</a:t>
            </a:r>
          </a:p>
        </p:txBody>
      </p:sp>
      <p:sp>
        <p:nvSpPr>
          <p:cNvPr id="4" name="Date Placeholder 3">
            <a:extLst>
              <a:ext uri="{C1AAE49D-AFBE-4A72-86DA-70A62BBB1A8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CEF9104-4DF0-408D-BE4C-BE88DDB680D8}"/>
              </a:ext>
            </a:extLst>
          </p:cNvPr>
          <p:cNvSpPr>
            <a:spLocks noGrp="1"/>
          </p:cNvSpPr>
          <p:nvPr>
            <p:ph type="dt" sz="half" idx="10"/>
          </p:nvPr>
        </p:nvSpPr>
        <p:spPr/>
        <p:txBody>
          <a:bodyPr rtlCol="0"/>
          <a:lstStyle/>
          <a:p>
            <a:fld id="{B8DEB663-8FA3-42DC-8308-CC6E8A88A6FC}" type="datetime1">
              <a:t>2/3/2026</a:t>
            </a:fld>
            <a:endParaRPr lang="en-US" dirty="0"/>
          </a:p>
        </p:txBody>
      </p:sp>
      <p:sp>
        <p:nvSpPr>
          <p:cNvPr id="5" name="Footer Placeholder 4">
            <a:extLst>
              <a:ext uri="{F801BEDE-CC20-4CDD-A01C-C806A1A84A2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4B25965-3BE3-486C-A7D9-C6D11FE34056}"/>
              </a:ext>
            </a:extLst>
          </p:cNvPr>
          <p:cNvSpPr>
            <a:spLocks noGrp="1"/>
          </p:cNvSpPr>
          <p:nvPr>
            <p:ph type="ftr" sz="quarter" idx="11"/>
          </p:nvPr>
        </p:nvSpPr>
        <p:spPr/>
        <p:txBody>
          <a:bodyPr rtlCol="0"/>
          <a:lstStyle/>
          <a:p>
            <a:endParaRPr lang="en-US" dirty="0"/>
          </a:p>
        </p:txBody>
      </p:sp>
      <p:sp>
        <p:nvSpPr>
          <p:cNvPr id="6" name="Slide Number Placeholder 5">
            <a:extLst>
              <a:ext uri="{4533006A-E041-42AA-9747-3F844F919D7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E9C4666-009C-4620-A2D2-FDD51CC6A510}"/>
              </a:ext>
            </a:extLst>
          </p:cNvPr>
          <p:cNvSpPr>
            <a:spLocks noGrp="1"/>
          </p:cNvSpPr>
          <p:nvPr>
            <p:ph type="sldNum" sz="quarter" idx="12"/>
          </p:nvPr>
        </p:nvSpPr>
        <p:spPr/>
        <p:txBody>
          <a:bodyPr rtlCol="0"/>
          <a:lstStyle/>
          <a:p>
            <a:fld id="{7CFBFA6F-805A-41FA-9019-2062395087A8}" type="slidenum">
              <a:t>‹#›</a:t>
            </a:fld>
            <a:endParaRPr lang="en-US" dirty="0"/>
          </a:p>
        </p:txBody>
      </p:sp>
    </p:spTree>
    <p:extLst>
      <p:ext uri="{ABCE45B3-BBAB-4963-8C20-3AB638D68D2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A3029847-4182-4A6F-8881-8D53216CA4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A1BEFFA-7A81-49DF-ACBD-A1D49702FAE2}"/>
              </a:ext>
            </a:extLst>
          </p:cNvPr>
          <p:cNvSpPr>
            <a:spLocks noGrp="1"/>
          </p:cNvSpPr>
          <p:nvPr>
            <p:ph type="title"/>
          </p:nvPr>
        </p:nvSpPr>
        <p:spPr/>
        <p:txBody>
          <a:bodyPr rtlCol="0"/>
          <a:lstStyle/>
          <a:p>
            <a:r>
              <a:rPr lang="en-US" dirty="0"/>
              <a:t>Click to edit Master title style</a:t>
            </a:r>
          </a:p>
        </p:txBody>
      </p:sp>
      <p:sp>
        <p:nvSpPr>
          <p:cNvPr id="3" name="Content Placeholder 2">
            <a:extLst>
              <a:ext uri="{1F145753-19A4-42D1-AF00-63B8C80CBB3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F97A723-1E23-4AB6-9655-01A7DD6B3CA3}"/>
              </a:ext>
            </a:extLst>
          </p:cNvPr>
          <p:cNvSpPr>
            <a:spLocks noGrp="1"/>
          </p:cNvSpPr>
          <p:nvPr>
            <p:ph idx="1"/>
          </p:nvPr>
        </p:nvSpPr>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2231A12-826F-41C5-A8FC-03F73B2F361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36C1BCC-0296-4068-80E7-58ED9BFEA340}"/>
              </a:ext>
            </a:extLst>
          </p:cNvPr>
          <p:cNvSpPr>
            <a:spLocks noGrp="1"/>
          </p:cNvSpPr>
          <p:nvPr>
            <p:ph type="dt" sz="half" idx="10"/>
          </p:nvPr>
        </p:nvSpPr>
        <p:spPr/>
        <p:txBody>
          <a:bodyPr rtlCol="0"/>
          <a:lstStyle/>
          <a:p>
            <a:fld id="{EBBE2F7A-4519-438E-8D3C-CC468FEC6595}" type="datetime1">
              <a:t>2/3/2026</a:t>
            </a:fld>
            <a:endParaRPr lang="en-US" dirty="0"/>
          </a:p>
        </p:txBody>
      </p:sp>
      <p:sp>
        <p:nvSpPr>
          <p:cNvPr id="5" name="Footer Placeholder 4">
            <a:extLst>
              <a:ext uri="{C7C5E9DC-8D22-4956-9AFD-6B8BABB02EA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48B4F4A-5EA9-4780-8EBE-FBD81368DDFE}"/>
              </a:ext>
            </a:extLst>
          </p:cNvPr>
          <p:cNvSpPr>
            <a:spLocks noGrp="1"/>
          </p:cNvSpPr>
          <p:nvPr>
            <p:ph type="ftr" sz="quarter" idx="11"/>
          </p:nvPr>
        </p:nvSpPr>
        <p:spPr/>
        <p:txBody>
          <a:bodyPr rtlCol="0"/>
          <a:lstStyle/>
          <a:p>
            <a:endParaRPr lang="en-US" dirty="0"/>
          </a:p>
        </p:txBody>
      </p:sp>
      <p:sp>
        <p:nvSpPr>
          <p:cNvPr id="6" name="Slide Number Placeholder 5">
            <a:extLst>
              <a:ext uri="{414F3FCC-F12C-48EC-BA1D-07F1E007B6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09B5BDE-32DE-43A3-A1F4-E28BF0DC9C04}"/>
              </a:ext>
            </a:extLst>
          </p:cNvPr>
          <p:cNvSpPr>
            <a:spLocks noGrp="1"/>
          </p:cNvSpPr>
          <p:nvPr>
            <p:ph type="sldNum" sz="quarter" idx="12"/>
          </p:nvPr>
        </p:nvSpPr>
        <p:spPr/>
        <p:txBody>
          <a:bodyPr rtlCol="0"/>
          <a:lstStyle/>
          <a:p>
            <a:fld id="{4FF2B387-7909-42FE-B1A0-5D8E227CED6E}" type="slidenum">
              <a:t>‹#›</a:t>
            </a:fld>
            <a:endParaRPr lang="en-US" dirty="0"/>
          </a:p>
        </p:txBody>
      </p:sp>
    </p:spTree>
    <p:extLst>
      <p:ext uri="{CF507EC7-726C-44BE-B913-BFC75CBE446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85CF9C04-D7A2-47C3-952D-F95635C10C5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2F73861-B7E3-46EE-94F6-3C475341592A}"/>
              </a:ext>
            </a:extLst>
          </p:cNvPr>
          <p:cNvSpPr>
            <a:spLocks noGrp="1"/>
          </p:cNvSpPr>
          <p:nvPr>
            <p:ph type="title"/>
          </p:nvPr>
        </p:nvSpPr>
        <p:spPr>
          <a:xfrm>
            <a:off x="831849" y="1709738"/>
            <a:ext cx="10515600" cy="2852737"/>
          </a:xfrm>
        </p:spPr>
        <p:txBody>
          <a:bodyPr rtlCol="0" anchor="b"/>
          <a:lstStyle>
            <a:lvl1pPr lvl="0">
              <a:defRPr lang="en-US" sz="6000" dirty="0"/>
            </a:lvl1pPr>
          </a:lstStyle>
          <a:p>
            <a:r>
              <a:rPr lang="en-US" dirty="0"/>
              <a:t>Click to edit Master title style</a:t>
            </a:r>
          </a:p>
        </p:txBody>
      </p:sp>
      <p:sp>
        <p:nvSpPr>
          <p:cNvPr id="3" name="Text Placeholder 2">
            <a:extLst>
              <a:ext uri="{69FE1B79-DFD7-476B-B2DB-2C584FFC164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3E795C7-B540-40F6-BF0A-968F3A7B5789}"/>
              </a:ext>
            </a:extLst>
          </p:cNvPr>
          <p:cNvSpPr>
            <a:spLocks noGrp="1"/>
          </p:cNvSpPr>
          <p:nvPr>
            <p:ph type="body" idx="1"/>
          </p:nvPr>
        </p:nvSpPr>
        <p:spPr>
          <a:xfrm>
            <a:off x="831849" y="4589463"/>
            <a:ext cx="10515600" cy="1500187"/>
          </a:xfrm>
        </p:spPr>
        <p:txBody>
          <a:bodyPr rtlCol="0"/>
          <a:lstStyle>
            <a:lvl1pPr marL="0" lvl="0" indent="0">
              <a:buNone/>
              <a:defRPr lang="en-US" sz="2400" dirty="0">
                <a:solidFill>
                  <a:schemeClr val="tx1">
                    <a:tint val="75000"/>
                  </a:schemeClr>
                </a:solidFill>
              </a:defRPr>
            </a:lvl1pPr>
            <a:lvl2pPr marL="457200" lvl="1" indent="0">
              <a:buNone/>
              <a:defRPr lang="en-US" sz="2000" dirty="0">
                <a:solidFill>
                  <a:schemeClr val="tx1">
                    <a:tint val="75000"/>
                  </a:schemeClr>
                </a:solidFill>
              </a:defRPr>
            </a:lvl2pPr>
            <a:lvl3pPr marL="914400" lvl="2" indent="0">
              <a:buNone/>
              <a:defRPr lang="en-US" sz="1800" dirty="0">
                <a:solidFill>
                  <a:schemeClr val="tx1">
                    <a:tint val="75000"/>
                  </a:schemeClr>
                </a:solidFill>
              </a:defRPr>
            </a:lvl3pPr>
            <a:lvl4pPr marL="1371600" lvl="3" indent="0">
              <a:buNone/>
              <a:defRPr lang="en-US" sz="1600" dirty="0">
                <a:solidFill>
                  <a:schemeClr val="tx1">
                    <a:tint val="75000"/>
                  </a:schemeClr>
                </a:solidFill>
              </a:defRPr>
            </a:lvl4pPr>
            <a:lvl5pPr marL="1828800" lvl="4" indent="0">
              <a:buNone/>
              <a:defRPr lang="en-US" sz="1600" dirty="0">
                <a:solidFill>
                  <a:schemeClr val="tx1">
                    <a:tint val="75000"/>
                  </a:schemeClr>
                </a:solidFill>
              </a:defRPr>
            </a:lvl5pPr>
            <a:lvl6pPr marL="2286000" lvl="5" indent="0">
              <a:buNone/>
              <a:defRPr lang="en-US" sz="1600" dirty="0">
                <a:solidFill>
                  <a:schemeClr val="tx1">
                    <a:tint val="75000"/>
                  </a:schemeClr>
                </a:solidFill>
              </a:defRPr>
            </a:lvl6pPr>
            <a:lvl7pPr marL="2743200" lvl="6" indent="0">
              <a:buNone/>
              <a:defRPr lang="en-US" sz="1600" dirty="0">
                <a:solidFill>
                  <a:schemeClr val="tx1">
                    <a:tint val="75000"/>
                  </a:schemeClr>
                </a:solidFill>
              </a:defRPr>
            </a:lvl7pPr>
            <a:lvl8pPr marL="3200400" lvl="7" indent="0">
              <a:buNone/>
              <a:defRPr lang="en-US" sz="1600" dirty="0">
                <a:solidFill>
                  <a:schemeClr val="tx1">
                    <a:tint val="75000"/>
                  </a:schemeClr>
                </a:solidFill>
              </a:defRPr>
            </a:lvl8pPr>
            <a:lvl9pPr marL="3657600" lvl="8" indent="0">
              <a:buNone/>
              <a:defRPr lang="en-US" sz="1600" dirty="0">
                <a:solidFill>
                  <a:schemeClr val="tx1">
                    <a:tint val="75000"/>
                  </a:schemeClr>
                </a:solidFill>
              </a:defRPr>
            </a:lvl9pPr>
          </a:lstStyle>
          <a:p>
            <a:pPr lvl="0"/>
            <a:r>
              <a:rPr lang="en-US" dirty="0"/>
              <a:t>Click to edit Master text styles</a:t>
            </a:r>
          </a:p>
        </p:txBody>
      </p:sp>
      <p:sp>
        <p:nvSpPr>
          <p:cNvPr id="4" name="Date Placeholder 3">
            <a:extLst>
              <a:ext uri="{0EB52431-190F-4753-8FAA-4F2C64C5979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9FFA4A6-30DB-4AC8-8F17-02CE9EFBD531}"/>
              </a:ext>
            </a:extLst>
          </p:cNvPr>
          <p:cNvSpPr>
            <a:spLocks noGrp="1"/>
          </p:cNvSpPr>
          <p:nvPr>
            <p:ph type="dt" sz="half" idx="10"/>
          </p:nvPr>
        </p:nvSpPr>
        <p:spPr/>
        <p:txBody>
          <a:bodyPr rtlCol="0"/>
          <a:lstStyle/>
          <a:p>
            <a:fld id="{36F7574B-ABDF-4894-A914-666FA18E3FE5}" type="datetime1">
              <a:t>2/3/2026</a:t>
            </a:fld>
            <a:endParaRPr lang="en-US" dirty="0"/>
          </a:p>
        </p:txBody>
      </p:sp>
      <p:sp>
        <p:nvSpPr>
          <p:cNvPr id="5" name="Footer Placeholder 4">
            <a:extLst>
              <a:ext uri="{11E7C61A-77E5-4180-91B7-A9C81365894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9A802C1-2AD9-4E8F-9270-F782FDFE1638}"/>
              </a:ext>
            </a:extLst>
          </p:cNvPr>
          <p:cNvSpPr>
            <a:spLocks noGrp="1"/>
          </p:cNvSpPr>
          <p:nvPr>
            <p:ph type="ftr" sz="quarter" idx="11"/>
          </p:nvPr>
        </p:nvSpPr>
        <p:spPr/>
        <p:txBody>
          <a:bodyPr rtlCol="0"/>
          <a:lstStyle/>
          <a:p>
            <a:endParaRPr lang="en-US" dirty="0"/>
          </a:p>
        </p:txBody>
      </p:sp>
      <p:sp>
        <p:nvSpPr>
          <p:cNvPr id="6" name="Slide Number Placeholder 5">
            <a:extLst>
              <a:ext uri="{04E2CF31-6CC5-4AE9-91F2-0875C70A9E0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15CA1B7-3885-480B-977E-D5A269C1E7AC}"/>
              </a:ext>
            </a:extLst>
          </p:cNvPr>
          <p:cNvSpPr>
            <a:spLocks noGrp="1"/>
          </p:cNvSpPr>
          <p:nvPr>
            <p:ph type="sldNum" sz="quarter" idx="12"/>
          </p:nvPr>
        </p:nvSpPr>
        <p:spPr/>
        <p:txBody>
          <a:bodyPr rtlCol="0"/>
          <a:lstStyle/>
          <a:p>
            <a:fld id="{BB536176-0CCB-429A-B7B4-A169E8A71455}" type="slidenum">
              <a:t>‹#›</a:t>
            </a:fld>
            <a:endParaRPr lang="en-US" dirty="0"/>
          </a:p>
        </p:txBody>
      </p:sp>
    </p:spTree>
    <p:extLst>
      <p:ext uri="{5CA009EB-FF9B-4126-BE8B-FBF60616258C}">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D3877C4-6F48-49B0-BA5C-D878605FD76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ADD0E70-3288-4CBF-B11F-534535F636D6}"/>
              </a:ext>
            </a:extLst>
          </p:cNvPr>
          <p:cNvSpPr>
            <a:spLocks noGrp="1"/>
          </p:cNvSpPr>
          <p:nvPr>
            <p:ph type="title"/>
          </p:nvPr>
        </p:nvSpPr>
        <p:spPr/>
        <p:txBody>
          <a:bodyPr rtlCol="0"/>
          <a:lstStyle/>
          <a:p>
            <a:r>
              <a:rPr lang="en-US" dirty="0"/>
              <a:t>Click to edit Master title style</a:t>
            </a:r>
          </a:p>
        </p:txBody>
      </p:sp>
      <p:sp>
        <p:nvSpPr>
          <p:cNvPr id="3" name="Content Placeholder 2">
            <a:extLst>
              <a:ext uri="{0888C00F-C002-4198-A597-94797B7C084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0A5E74-19B9-4D8E-9293-363ECF18007B}"/>
              </a:ext>
            </a:extLst>
          </p:cNvPr>
          <p:cNvSpPr>
            <a:spLocks noGrp="1"/>
          </p:cNvSpPr>
          <p:nvPr>
            <p:ph idx="1"/>
          </p:nvPr>
        </p:nvSpPr>
        <p:spPr>
          <a:xfrm>
            <a:off x="838200" y="1825625"/>
            <a:ext cx="5181600" cy="43513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B342FF16-B9CF-4A27-8BBE-DF561D085EB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B3AB8FF-2BA6-4C90-9E03-5E108A9A53AF}"/>
              </a:ext>
            </a:extLst>
          </p:cNvPr>
          <p:cNvSpPr>
            <a:spLocks noGrp="1"/>
          </p:cNvSpPr>
          <p:nvPr>
            <p:ph idx="2"/>
          </p:nvPr>
        </p:nvSpPr>
        <p:spPr>
          <a:xfrm>
            <a:off x="6172200" y="1825625"/>
            <a:ext cx="5181600" cy="43513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5B8936EC-3E70-4428-B797-72DA9DBD4AE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BC0AFC3-BDDB-4AA5-A09E-F3C5652337BF}"/>
              </a:ext>
            </a:extLst>
          </p:cNvPr>
          <p:cNvSpPr>
            <a:spLocks noGrp="1"/>
          </p:cNvSpPr>
          <p:nvPr>
            <p:ph type="dt" sz="half" idx="10"/>
          </p:nvPr>
        </p:nvSpPr>
        <p:spPr/>
        <p:txBody>
          <a:bodyPr rtlCol="0"/>
          <a:lstStyle/>
          <a:p>
            <a:fld id="{F383C1E2-3CEB-4507-9FBC-25E5F393D9CE}" type="datetime1">
              <a:t>2/3/2026</a:t>
            </a:fld>
            <a:endParaRPr lang="en-US" dirty="0"/>
          </a:p>
        </p:txBody>
      </p:sp>
      <p:sp>
        <p:nvSpPr>
          <p:cNvPr id="6" name="Footer Placeholder 5">
            <a:extLst>
              <a:ext uri="{4CF8102C-24BF-425A-8056-4EB3547835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3BB7ACD-A892-4615-9EA4-286F540E8734}"/>
              </a:ext>
            </a:extLst>
          </p:cNvPr>
          <p:cNvSpPr>
            <a:spLocks noGrp="1"/>
          </p:cNvSpPr>
          <p:nvPr>
            <p:ph type="ftr" sz="quarter" idx="11"/>
          </p:nvPr>
        </p:nvSpPr>
        <p:spPr/>
        <p:txBody>
          <a:bodyPr rtlCol="0"/>
          <a:lstStyle/>
          <a:p>
            <a:endParaRPr lang="en-US" dirty="0"/>
          </a:p>
        </p:txBody>
      </p:sp>
      <p:sp>
        <p:nvSpPr>
          <p:cNvPr id="7" name="Slide Number Placeholder 6">
            <a:extLst>
              <a:ext uri="{C4F59A02-61AE-434A-87D4-53663ED55B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5AE3482-29D9-4307-ACE9-07EE11DB5493}"/>
              </a:ext>
            </a:extLst>
          </p:cNvPr>
          <p:cNvSpPr>
            <a:spLocks noGrp="1"/>
          </p:cNvSpPr>
          <p:nvPr>
            <p:ph type="sldNum" sz="quarter" idx="12"/>
          </p:nvPr>
        </p:nvSpPr>
        <p:spPr/>
        <p:txBody>
          <a:bodyPr rtlCol="0"/>
          <a:lstStyle/>
          <a:p>
            <a:fld id="{5A7B8BB3-FD74-4BA1-A7E8-41BED3D601E0}" type="slidenum">
              <a:t>‹#›</a:t>
            </a:fld>
            <a:endParaRPr lang="en-US" dirty="0"/>
          </a:p>
        </p:txBody>
      </p:sp>
    </p:spTree>
    <p:extLst>
      <p:ext uri="{75BC91A9-A047-4DA0-93B8-CD0E753E665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11CF6F8B-C9CE-4656-BF2B-952A5D1133C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D2D566F-0F5C-429F-B985-77F5BE9F3B75}"/>
              </a:ext>
            </a:extLst>
          </p:cNvPr>
          <p:cNvSpPr>
            <a:spLocks noGrp="1"/>
          </p:cNvSpPr>
          <p:nvPr>
            <p:ph type="title"/>
          </p:nvPr>
        </p:nvSpPr>
        <p:spPr>
          <a:xfrm>
            <a:off x="839788" y="365125"/>
            <a:ext cx="10515600" cy="1325563"/>
          </a:xfrm>
        </p:spPr>
        <p:txBody>
          <a:bodyPr rtlCol="0"/>
          <a:lstStyle/>
          <a:p>
            <a:r>
              <a:rPr lang="en-US" dirty="0"/>
              <a:t>Click to edit Master title style</a:t>
            </a:r>
          </a:p>
        </p:txBody>
      </p:sp>
      <p:sp>
        <p:nvSpPr>
          <p:cNvPr id="3" name="Text Placeholder 2">
            <a:extLst>
              <a:ext uri="{196060A0-B9FB-45C3-83A2-06E2E1C2A02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6F48F95-B515-46C3-B949-6C3EE174D39A}"/>
              </a:ext>
            </a:extLst>
          </p:cNvPr>
          <p:cNvSpPr>
            <a:spLocks noGrp="1"/>
          </p:cNvSpPr>
          <p:nvPr>
            <p:ph type="body" idx="1"/>
          </p:nvPr>
        </p:nvSpPr>
        <p:spPr>
          <a:xfrm>
            <a:off x="839788" y="1681163"/>
            <a:ext cx="5157787" cy="82391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4" name="Content Placeholder 3">
            <a:extLst>
              <a:ext uri="{5899DA85-167E-4183-AF48-C25CE0E99C6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99A02D-5700-4E6D-8883-F9E60E4DB49E}"/>
              </a:ext>
            </a:extLst>
          </p:cNvPr>
          <p:cNvSpPr>
            <a:spLocks noGrp="1"/>
          </p:cNvSpPr>
          <p:nvPr>
            <p:ph idx="2"/>
          </p:nvPr>
        </p:nvSpPr>
        <p:spPr>
          <a:xfrm>
            <a:off x="839788" y="2505075"/>
            <a:ext cx="5157787" cy="368458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5CBE2BC0-2007-44C3-8D2E-C3FD8206FFC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89DE27F-2E28-41F3-911E-A4952BEC0E03}"/>
              </a:ext>
            </a:extLst>
          </p:cNvPr>
          <p:cNvSpPr>
            <a:spLocks noGrp="1"/>
          </p:cNvSpPr>
          <p:nvPr>
            <p:ph type="body" idx="3"/>
          </p:nvPr>
        </p:nvSpPr>
        <p:spPr>
          <a:xfrm>
            <a:off x="6172200" y="1681163"/>
            <a:ext cx="5183187" cy="823912"/>
          </a:xfrm>
        </p:spPr>
        <p:txBody>
          <a:bodyPr rtlCol="0" anchor="b"/>
          <a:lstStyle>
            <a:lvl1pPr marL="0" lvl="0" indent="0">
              <a:buNone/>
              <a:defRPr lang="en-US" sz="2400" b="1" dirty="0">
                <a:latin typeface="+mn-lt"/>
              </a:defRPr>
            </a:lvl1pPr>
            <a:lvl2pPr marL="457200" lvl="1" indent="0">
              <a:buNone/>
              <a:defRPr lang="en-US" sz="2000" b="1" dirty="0">
                <a:latin typeface="+mn-lt"/>
              </a:defRPr>
            </a:lvl2pPr>
            <a:lvl3pPr marL="914400" lvl="2" indent="0">
              <a:buNone/>
              <a:defRPr lang="en-US" sz="1800" b="1" dirty="0">
                <a:latin typeface="+mn-lt"/>
              </a:defRPr>
            </a:lvl3pPr>
            <a:lvl4pPr marL="1371600" lvl="3" indent="0">
              <a:buNone/>
              <a:defRPr lang="en-US" sz="1600" b="1" dirty="0">
                <a:latin typeface="+mn-lt"/>
              </a:defRPr>
            </a:lvl4pPr>
            <a:lvl5pPr marL="1828800" lvl="4" indent="0">
              <a:buNone/>
              <a:defRPr lang="en-US" sz="1600" b="1" dirty="0">
                <a:latin typeface="+mn-lt"/>
              </a:defRPr>
            </a:lvl5pPr>
            <a:lvl6pPr marL="2286000" lvl="5" indent="0">
              <a:buNone/>
              <a:defRPr lang="en-US" sz="1600" b="1" dirty="0">
                <a:latin typeface="+mn-lt"/>
              </a:defRPr>
            </a:lvl6pPr>
            <a:lvl7pPr marL="2743200" lvl="6" indent="0">
              <a:buNone/>
              <a:defRPr lang="en-US" sz="1600" b="1" dirty="0">
                <a:latin typeface="+mn-lt"/>
              </a:defRPr>
            </a:lvl7pPr>
            <a:lvl8pPr marL="3200400" lvl="7" indent="0">
              <a:buNone/>
              <a:defRPr lang="en-US" sz="1600" b="1" dirty="0">
                <a:latin typeface="+mn-lt"/>
              </a:defRPr>
            </a:lvl8pPr>
            <a:lvl9pPr marL="3657600" lvl="8" indent="0">
              <a:buNone/>
              <a:defRPr lang="en-US" sz="1600" b="1" dirty="0">
                <a:latin typeface="+mn-lt"/>
              </a:defRPr>
            </a:lvl9pPr>
          </a:lstStyle>
          <a:p>
            <a:pPr lvl="0"/>
            <a:r>
              <a:rPr lang="en-US" dirty="0"/>
              <a:t>Click to edit Master text styles</a:t>
            </a:r>
          </a:p>
        </p:txBody>
      </p:sp>
      <p:sp>
        <p:nvSpPr>
          <p:cNvPr id="6" name="Content Placeholder 5">
            <a:extLst>
              <a:ext uri="{92DDB945-39EC-4230-B2A6-5260E4C9666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BAFD8A-3FAC-4CA9-A2C3-693A44B75A23}"/>
              </a:ext>
            </a:extLst>
          </p:cNvPr>
          <p:cNvSpPr>
            <a:spLocks noGrp="1"/>
          </p:cNvSpPr>
          <p:nvPr>
            <p:ph idx="4"/>
          </p:nvPr>
        </p:nvSpPr>
        <p:spPr>
          <a:xfrm>
            <a:off x="6172200" y="2505075"/>
            <a:ext cx="5183187" cy="368458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8C2DFF56-94AF-45F1-A4EC-1403839156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53B9E3D-0E86-4E9E-852D-DFC0148B722E}"/>
              </a:ext>
            </a:extLst>
          </p:cNvPr>
          <p:cNvSpPr>
            <a:spLocks noGrp="1"/>
          </p:cNvSpPr>
          <p:nvPr>
            <p:ph type="dt" sz="half" idx="10"/>
          </p:nvPr>
        </p:nvSpPr>
        <p:spPr/>
        <p:txBody>
          <a:bodyPr rtlCol="0"/>
          <a:lstStyle/>
          <a:p>
            <a:fld id="{F2B8D1D0-9012-4761-A7B4-4E8BD581988A}" type="datetime1">
              <a:t>2/3/2026</a:t>
            </a:fld>
            <a:endParaRPr lang="en-US" dirty="0"/>
          </a:p>
        </p:txBody>
      </p:sp>
      <p:sp>
        <p:nvSpPr>
          <p:cNvPr id="8" name="Footer Placeholder 7">
            <a:extLst>
              <a:ext uri="{877470E5-1084-4EDF-AF8A-6CD0D306852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8D76EA-C33B-458A-A2E3-75A31177EFE3}"/>
              </a:ext>
            </a:extLst>
          </p:cNvPr>
          <p:cNvSpPr>
            <a:spLocks noGrp="1"/>
          </p:cNvSpPr>
          <p:nvPr>
            <p:ph type="ftr" sz="quarter" idx="11"/>
          </p:nvPr>
        </p:nvSpPr>
        <p:spPr/>
        <p:txBody>
          <a:bodyPr rtlCol="0"/>
          <a:lstStyle/>
          <a:p>
            <a:endParaRPr lang="en-US" dirty="0"/>
          </a:p>
        </p:txBody>
      </p:sp>
      <p:sp>
        <p:nvSpPr>
          <p:cNvPr id="9" name="Slide Number Placeholder 8">
            <a:extLst>
              <a:ext uri="{B9F9DE0B-B367-4E3C-B42B-B3A80404910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01517AA-C860-4843-8F79-6CE50F22207A}"/>
              </a:ext>
            </a:extLst>
          </p:cNvPr>
          <p:cNvSpPr>
            <a:spLocks noGrp="1"/>
          </p:cNvSpPr>
          <p:nvPr>
            <p:ph type="sldNum" sz="quarter" idx="12"/>
          </p:nvPr>
        </p:nvSpPr>
        <p:spPr/>
        <p:txBody>
          <a:bodyPr rtlCol="0"/>
          <a:lstStyle/>
          <a:p>
            <a:fld id="{BE271DFA-8FB2-49D7-9531-291F51C89B10}" type="slidenum">
              <a:t>‹#›</a:t>
            </a:fld>
            <a:endParaRPr lang="en-US" dirty="0"/>
          </a:p>
        </p:txBody>
      </p:sp>
    </p:spTree>
    <p:extLst>
      <p:ext uri="{E7361CA5-E622-4526-B126-45B3A65B2F1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B6A0EBA5-E887-4E20-A4CF-E434048C54A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9089CD-5EF3-48D8-8FDA-841C90E06C6B}"/>
              </a:ext>
            </a:extLst>
          </p:cNvPr>
          <p:cNvSpPr>
            <a:spLocks noGrp="1"/>
          </p:cNvSpPr>
          <p:nvPr>
            <p:ph type="title"/>
          </p:nvPr>
        </p:nvSpPr>
        <p:spPr/>
        <p:txBody>
          <a:bodyPr rtlCol="0"/>
          <a:lstStyle/>
          <a:p>
            <a:r>
              <a:rPr lang="en-US" dirty="0"/>
              <a:t>Click to edit Master title style</a:t>
            </a:r>
          </a:p>
        </p:txBody>
      </p:sp>
      <p:sp>
        <p:nvSpPr>
          <p:cNvPr id="3" name="Date Placeholder 2">
            <a:extLst>
              <a:ext uri="{0058FDD4-502E-424A-8788-B18FF989135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1C56F3E-0F6F-4F96-B467-1C93D32660DD}"/>
              </a:ext>
            </a:extLst>
          </p:cNvPr>
          <p:cNvSpPr>
            <a:spLocks noGrp="1"/>
          </p:cNvSpPr>
          <p:nvPr>
            <p:ph type="dt" sz="half" idx="10"/>
          </p:nvPr>
        </p:nvSpPr>
        <p:spPr/>
        <p:txBody>
          <a:bodyPr rtlCol="0"/>
          <a:lstStyle/>
          <a:p>
            <a:fld id="{5B0EF814-5015-45A2-8D3D-F94C7ADDB6A7}" type="datetime1">
              <a:t>2/3/2026</a:t>
            </a:fld>
            <a:endParaRPr lang="en-US" dirty="0"/>
          </a:p>
        </p:txBody>
      </p:sp>
      <p:sp>
        <p:nvSpPr>
          <p:cNvPr id="4" name="Footer Placeholder 3">
            <a:extLst>
              <a:ext uri="{3AC2EEE0-5EA8-4625-985B-CFCA0A3D98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F173085-7E92-4796-B6F6-781A61212167}"/>
              </a:ext>
            </a:extLst>
          </p:cNvPr>
          <p:cNvSpPr>
            <a:spLocks noGrp="1"/>
          </p:cNvSpPr>
          <p:nvPr>
            <p:ph type="ftr" sz="quarter" idx="11"/>
          </p:nvPr>
        </p:nvSpPr>
        <p:spPr/>
        <p:txBody>
          <a:bodyPr rtlCol="0"/>
          <a:lstStyle/>
          <a:p>
            <a:endParaRPr lang="en-US" dirty="0"/>
          </a:p>
        </p:txBody>
      </p:sp>
      <p:sp>
        <p:nvSpPr>
          <p:cNvPr id="5" name="Slide Number Placeholder 4">
            <a:extLst>
              <a:ext uri="{CDE45AB0-3FF3-4609-A83F-000ACCE0730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E72DDB7-3C93-4E8C-B9AD-00BA04FB815A}"/>
              </a:ext>
            </a:extLst>
          </p:cNvPr>
          <p:cNvSpPr>
            <a:spLocks noGrp="1"/>
          </p:cNvSpPr>
          <p:nvPr>
            <p:ph type="sldNum" sz="quarter" idx="12"/>
          </p:nvPr>
        </p:nvSpPr>
        <p:spPr/>
        <p:txBody>
          <a:bodyPr rtlCol="0"/>
          <a:lstStyle/>
          <a:p>
            <a:fld id="{B01E65EB-273B-4341-BF7D-96BAD1D2350B}" type="slidenum">
              <a:t>‹#›</a:t>
            </a:fld>
            <a:endParaRPr lang="en-US" dirty="0"/>
          </a:p>
        </p:txBody>
      </p:sp>
    </p:spTree>
    <p:extLst>
      <p:ext uri="{4E15DE81-2238-4D02-A9A9-3CA2DB2B6DC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39C1B1E3-783C-4EA0-BA29-FCFD7E85240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4FF5E45-674C-44F7-8704-061E691FC5BC}"/>
              </a:ext>
            </a:extLst>
          </p:cNvPr>
          <p:cNvSpPr>
            <a:spLocks noGrp="1"/>
          </p:cNvSpPr>
          <p:nvPr>
            <p:ph type="dt" sz="half" idx="10"/>
          </p:nvPr>
        </p:nvSpPr>
        <p:spPr/>
        <p:txBody>
          <a:bodyPr rtlCol="0"/>
          <a:lstStyle/>
          <a:p>
            <a:fld id="{205618FB-F2D6-4EFD-9C0A-5C6DF2560A8C}" type="datetime1">
              <a:t>2/3/2026</a:t>
            </a:fld>
            <a:endParaRPr lang="en-US" dirty="0"/>
          </a:p>
        </p:txBody>
      </p:sp>
      <p:sp>
        <p:nvSpPr>
          <p:cNvPr id="3" name="Footer Placeholder 2">
            <a:extLst>
              <a:ext uri="{2F388517-278A-4310-BDC3-B823EBF84BF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B984A01-9D08-478D-B837-3469250B07CA}"/>
              </a:ext>
            </a:extLst>
          </p:cNvPr>
          <p:cNvSpPr>
            <a:spLocks noGrp="1"/>
          </p:cNvSpPr>
          <p:nvPr>
            <p:ph type="ftr" sz="quarter" idx="11"/>
          </p:nvPr>
        </p:nvSpPr>
        <p:spPr/>
        <p:txBody>
          <a:bodyPr rtlCol="0"/>
          <a:lstStyle/>
          <a:p>
            <a:endParaRPr lang="en-US" dirty="0"/>
          </a:p>
        </p:txBody>
      </p:sp>
      <p:sp>
        <p:nvSpPr>
          <p:cNvPr id="4" name="Slide Number Placeholder 3">
            <a:extLst>
              <a:ext uri="{041255FA-197F-47D3-86DE-FCA34158973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D743EBE-1DDE-4478-ABB6-34B3F16ECC10}"/>
              </a:ext>
            </a:extLst>
          </p:cNvPr>
          <p:cNvSpPr>
            <a:spLocks noGrp="1"/>
          </p:cNvSpPr>
          <p:nvPr>
            <p:ph type="sldNum" sz="quarter" idx="12"/>
          </p:nvPr>
        </p:nvSpPr>
        <p:spPr/>
        <p:txBody>
          <a:bodyPr rtlCol="0"/>
          <a:lstStyle/>
          <a:p>
            <a:fld id="{4865F955-0F4E-4F4D-9332-4E621B3D0B43}" type="slidenum">
              <a:t>‹#›</a:t>
            </a:fld>
            <a:endParaRPr lang="en-US" dirty="0"/>
          </a:p>
        </p:txBody>
      </p:sp>
    </p:spTree>
    <p:extLst>
      <p:ext uri="{EEA4065F-B155-4E8C-801A-1DDE722B8B1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DD23D4EA-0041-4561-82BC-1BF423850C3C}">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75C9741-852F-478E-89EE-5273ED258349}"/>
              </a:ext>
            </a:extLst>
          </p:cNvPr>
          <p:cNvSpPr>
            <a:spLocks noGrp="1"/>
          </p:cNvSpPr>
          <p:nvPr>
            <p:ph type="title"/>
          </p:nvPr>
        </p:nvSpPr>
        <p:spPr>
          <a:xfrm>
            <a:off x="839788" y="457200"/>
            <a:ext cx="3932237" cy="1600200"/>
          </a:xfrm>
        </p:spPr>
        <p:txBody>
          <a:bodyPr rtlCol="0" anchor="b"/>
          <a:lstStyle>
            <a:lvl1pPr lvl="0">
              <a:defRPr lang="en-US" sz="3200" dirty="0"/>
            </a:lvl1pPr>
          </a:lstStyle>
          <a:p>
            <a:r>
              <a:rPr lang="en-US" dirty="0"/>
              <a:t>Click to edit Master title style</a:t>
            </a:r>
          </a:p>
        </p:txBody>
      </p:sp>
      <p:sp>
        <p:nvSpPr>
          <p:cNvPr id="3" name="Content Placeholder 2">
            <a:extLst>
              <a:ext uri="{B5F2B8F0-345E-421E-A03C-CD2A376EE15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F41FAF7-C0F9-4220-9916-B70E2D395965}"/>
              </a:ext>
            </a:extLst>
          </p:cNvPr>
          <p:cNvSpPr>
            <a:spLocks noGrp="1"/>
          </p:cNvSpPr>
          <p:nvPr>
            <p:ph idx="1"/>
          </p:nvPr>
        </p:nvSpPr>
        <p:spPr>
          <a:xfrm>
            <a:off x="5183187" y="987425"/>
            <a:ext cx="6172200" cy="4873625"/>
          </a:xfrm>
        </p:spPr>
        <p:txBody>
          <a:bodyPr rtlCol="0"/>
          <a:lstStyle>
            <a:lvl1pPr lvl="0">
              <a:defRPr lang="en-US" sz="3200" dirty="0"/>
            </a:lvl1pPr>
            <a:lvl2pPr lvl="1">
              <a:defRPr lang="en-US" sz="2800" dirty="0"/>
            </a:lvl2pPr>
            <a:lvl3pPr lvl="2">
              <a:defRPr lang="en-US" sz="2400" dirty="0"/>
            </a:lvl3pPr>
            <a:lvl4pPr lvl="3">
              <a:defRPr lang="en-US" sz="2000" dirty="0"/>
            </a:lvl4pPr>
            <a:lvl5pPr lvl="4">
              <a:defRPr lang="en-US" sz="2000" dirty="0"/>
            </a:lvl5pPr>
            <a:lvl6pPr lvl="5">
              <a:defRPr lang="en-US" sz="2000" dirty="0"/>
            </a:lvl6pPr>
            <a:lvl7pPr lvl="6">
              <a:defRPr lang="en-US" sz="2000" dirty="0"/>
            </a:lvl7pPr>
            <a:lvl8pPr lvl="7">
              <a:defRPr lang="en-US" sz="2000" dirty="0"/>
            </a:lvl8pPr>
            <a:lvl9pPr lvl="8">
              <a:defRPr lang="en-US" sz="2000" dirty="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B5644305-B4A9-462C-B074-82274237D80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466D8ED-3C45-42FE-BDDE-D863341CE567}"/>
              </a:ext>
            </a:extLst>
          </p:cNvPr>
          <p:cNvSpPr>
            <a:spLocks noGrp="1"/>
          </p:cNvSpPr>
          <p:nvPr>
            <p:ph type="body" idx="2"/>
          </p:nvPr>
        </p:nvSpPr>
        <p:spPr>
          <a:xfrm>
            <a:off x="839788" y="2057400"/>
            <a:ext cx="3932237" cy="3811587"/>
          </a:xfrm>
        </p:spPr>
        <p:txBody>
          <a:bodyPr rtlCol="0"/>
          <a:lstStyle>
            <a:lvl1pPr marL="0" lvl="0" indent="0">
              <a:buNone/>
              <a:defRPr lang="en-US" sz="1600" dirty="0"/>
            </a:lvl1pPr>
            <a:lvl2pPr marL="457200" lvl="1" indent="0">
              <a:buNone/>
              <a:defRPr lang="en-US" sz="1400" dirty="0"/>
            </a:lvl2pPr>
            <a:lvl3pPr marL="914400" lvl="2" indent="0">
              <a:buNone/>
              <a:defRPr lang="en-US" sz="1200" dirty="0"/>
            </a:lvl3pPr>
            <a:lvl4pPr marL="1371600" lvl="3" indent="0">
              <a:buNone/>
              <a:defRPr lang="en-US" sz="1000" dirty="0"/>
            </a:lvl4pPr>
            <a:lvl5pPr marL="1828800" lvl="4" indent="0">
              <a:buNone/>
              <a:defRPr lang="en-US" sz="1000" dirty="0"/>
            </a:lvl5pPr>
            <a:lvl6pPr marL="2286000" lvl="5" indent="0">
              <a:buNone/>
              <a:defRPr lang="en-US" sz="1000" dirty="0"/>
            </a:lvl6pPr>
            <a:lvl7pPr marL="2743200" lvl="6" indent="0">
              <a:buNone/>
              <a:defRPr lang="en-US" sz="1000" dirty="0"/>
            </a:lvl7pPr>
            <a:lvl8pPr marL="3200400" lvl="7" indent="0">
              <a:buNone/>
              <a:defRPr lang="en-US" sz="1000" dirty="0"/>
            </a:lvl8pPr>
            <a:lvl9pPr marL="3657600" lvl="8" indent="0">
              <a:buNone/>
              <a:defRPr lang="en-US" sz="1000" dirty="0"/>
            </a:lvl9pPr>
          </a:lstStyle>
          <a:p>
            <a:pPr lvl="0"/>
            <a:r>
              <a:rPr lang="en-US" dirty="0"/>
              <a:t>Click to edit Master text styles</a:t>
            </a:r>
          </a:p>
        </p:txBody>
      </p:sp>
      <p:sp>
        <p:nvSpPr>
          <p:cNvPr id="5" name="Date Placeholder 4">
            <a:extLst>
              <a:ext uri="{7CA32056-9237-4447-9493-83DC07A0A14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70FDFDF-3701-4138-8ECA-59A925E5A873}"/>
              </a:ext>
            </a:extLst>
          </p:cNvPr>
          <p:cNvSpPr>
            <a:spLocks noGrp="1"/>
          </p:cNvSpPr>
          <p:nvPr>
            <p:ph type="dt" sz="half" idx="10"/>
          </p:nvPr>
        </p:nvSpPr>
        <p:spPr/>
        <p:txBody>
          <a:bodyPr rtlCol="0"/>
          <a:lstStyle/>
          <a:p>
            <a:fld id="{FEB58A4F-8C34-40CA-A8D6-5CA466825661}" type="datetime1">
              <a:t>2/3/2026</a:t>
            </a:fld>
            <a:endParaRPr lang="en-US" dirty="0"/>
          </a:p>
        </p:txBody>
      </p:sp>
      <p:sp>
        <p:nvSpPr>
          <p:cNvPr id="6" name="Footer Placeholder 5">
            <a:extLst>
              <a:ext uri="{D4C3423F-4612-4DFA-8068-5513AA22D27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885A593-37D4-43D8-8893-6459490145E0}"/>
              </a:ext>
            </a:extLst>
          </p:cNvPr>
          <p:cNvSpPr>
            <a:spLocks noGrp="1"/>
          </p:cNvSpPr>
          <p:nvPr>
            <p:ph type="ftr" sz="quarter" idx="11"/>
          </p:nvPr>
        </p:nvSpPr>
        <p:spPr/>
        <p:txBody>
          <a:bodyPr rtlCol="0"/>
          <a:lstStyle/>
          <a:p>
            <a:endParaRPr lang="en-US" dirty="0"/>
          </a:p>
        </p:txBody>
      </p:sp>
      <p:sp>
        <p:nvSpPr>
          <p:cNvPr id="7" name="Slide Number Placeholder 6">
            <a:extLst>
              <a:ext uri="{8EE186E2-F62E-47FE-9884-4E2955D5570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CCD45C4-5898-465C-B67F-9F32AE11B7A6}"/>
              </a:ext>
            </a:extLst>
          </p:cNvPr>
          <p:cNvSpPr>
            <a:spLocks noGrp="1"/>
          </p:cNvSpPr>
          <p:nvPr>
            <p:ph type="sldNum" sz="quarter" idx="12"/>
          </p:nvPr>
        </p:nvSpPr>
        <p:spPr/>
        <p:txBody>
          <a:bodyPr rtlCol="0"/>
          <a:lstStyle/>
          <a:p>
            <a:fld id="{C77ED3EC-DAAD-48B6-9E23-9FD05C6E6F37}" type="slidenum">
              <a:t>‹#›</a:t>
            </a:fld>
            <a:endParaRPr lang="en-US" dirty="0"/>
          </a:p>
        </p:txBody>
      </p:sp>
    </p:spTree>
    <p:extLst>
      <p:ext uri="{6AFDF56C-8D87-4773-9959-6D875769A2F0}">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2FFCBE5D-FA76-46F5-98B9-07D25C461C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71B7DD8-B295-48F6-8212-52F8AC88AEF9}"/>
              </a:ext>
            </a:extLst>
          </p:cNvPr>
          <p:cNvSpPr>
            <a:spLocks noGrp="1"/>
          </p:cNvSpPr>
          <p:nvPr>
            <p:ph type="title"/>
          </p:nvPr>
        </p:nvSpPr>
        <p:spPr>
          <a:xfrm>
            <a:off x="839788" y="457200"/>
            <a:ext cx="3932237" cy="1600200"/>
          </a:xfrm>
        </p:spPr>
        <p:txBody>
          <a:bodyPr rtlCol="0" anchor="b"/>
          <a:lstStyle>
            <a:lvl1pPr lvl="0">
              <a:defRPr lang="en-US" sz="3200" dirty="0"/>
            </a:lvl1pPr>
          </a:lstStyle>
          <a:p>
            <a:r>
              <a:rPr lang="en-US" dirty="0"/>
              <a:t>Click to edit Master title style</a:t>
            </a:r>
          </a:p>
        </p:txBody>
      </p:sp>
      <p:sp>
        <p:nvSpPr>
          <p:cNvPr id="3" name="Picture Placeholder 2">
            <a:extLst>
              <a:ext uri="{68B66CC6-5707-4C23-84B0-967C8546404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513D725-2490-4DE8-A37F-52D2032EA0EB}"/>
              </a:ext>
            </a:extLst>
          </p:cNvPr>
          <p:cNvSpPr>
            <a:spLocks noGrp="1" noChangeAspect="1"/>
          </p:cNvSpPr>
          <p:nvPr>
            <p:ph type="pic" idx="1"/>
          </p:nvPr>
        </p:nvSpPr>
        <p:spPr>
          <a:xfrm>
            <a:off x="5183187" y="987425"/>
            <a:ext cx="6172200" cy="4873625"/>
          </a:xfrm>
        </p:spPr>
        <p:txBody>
          <a:bodyPr rtlCol="0" anchor="t"/>
          <a:lstStyle>
            <a:lvl1pPr marL="0" lvl="0" indent="0">
              <a:buNone/>
              <a:defRPr lang="en-US" sz="3200" dirty="0"/>
            </a:lvl1pPr>
            <a:lvl2pPr marL="457200" lvl="1" indent="0">
              <a:buNone/>
              <a:defRPr lang="en-US" sz="2800" dirty="0"/>
            </a:lvl2pPr>
            <a:lvl3pPr marL="914400" lvl="2" indent="0">
              <a:buNone/>
              <a:defRPr lang="en-US" sz="2400" dirty="0"/>
            </a:lvl3pPr>
            <a:lvl4pPr marL="1371600" lvl="3" indent="0">
              <a:buNone/>
              <a:defRPr lang="en-US" sz="2000" dirty="0"/>
            </a:lvl4pPr>
            <a:lvl5pPr marL="1828800" lvl="4" indent="0">
              <a:buNone/>
              <a:defRPr lang="en-US" sz="2000" dirty="0"/>
            </a:lvl5pPr>
            <a:lvl6pPr marL="2286000" lvl="5" indent="0">
              <a:buNone/>
              <a:defRPr lang="en-US" sz="2000" dirty="0"/>
            </a:lvl6pPr>
            <a:lvl7pPr marL="2743200" lvl="6" indent="0">
              <a:buNone/>
              <a:defRPr lang="en-US" sz="2000" dirty="0"/>
            </a:lvl7pPr>
            <a:lvl8pPr marL="3200400" lvl="7" indent="0">
              <a:buNone/>
              <a:defRPr lang="en-US" sz="2000" dirty="0"/>
            </a:lvl8pPr>
            <a:lvl9pPr marL="3657600" lvl="8" indent="0">
              <a:buNone/>
              <a:defRPr lang="en-US" sz="2000" dirty="0"/>
            </a:lvl9pPr>
          </a:lstStyle>
          <a:p>
            <a:endParaRPr lang="en-US" dirty="0"/>
          </a:p>
        </p:txBody>
      </p:sp>
      <p:sp>
        <p:nvSpPr>
          <p:cNvPr id="4" name="Text Placeholder 3">
            <a:extLst>
              <a:ext uri="{4CE9D9D1-6000-48AB-9001-1C4B58DC50A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7914A40-811E-4BD7-9085-F22185E869EB}"/>
              </a:ext>
            </a:extLst>
          </p:cNvPr>
          <p:cNvSpPr>
            <a:spLocks noGrp="1"/>
          </p:cNvSpPr>
          <p:nvPr>
            <p:ph type="body" idx="2"/>
          </p:nvPr>
        </p:nvSpPr>
        <p:spPr>
          <a:xfrm>
            <a:off x="839788" y="2057400"/>
            <a:ext cx="3932237" cy="3811587"/>
          </a:xfrm>
        </p:spPr>
        <p:txBody>
          <a:bodyPr rtlCol="0"/>
          <a:lstStyle>
            <a:lvl1pPr marL="0" lvl="0" indent="0">
              <a:buNone/>
              <a:defRPr lang="en-US" sz="1600" dirty="0"/>
            </a:lvl1pPr>
            <a:lvl2pPr marL="457200" lvl="1" indent="0">
              <a:buNone/>
              <a:defRPr lang="en-US" sz="1400" dirty="0"/>
            </a:lvl2pPr>
            <a:lvl3pPr marL="914400" lvl="2" indent="0">
              <a:buNone/>
              <a:defRPr lang="en-US" sz="1200" dirty="0"/>
            </a:lvl3pPr>
            <a:lvl4pPr marL="1371600" lvl="3" indent="0">
              <a:buNone/>
              <a:defRPr lang="en-US" sz="1000" dirty="0"/>
            </a:lvl4pPr>
            <a:lvl5pPr marL="1828800" lvl="4" indent="0">
              <a:buNone/>
              <a:defRPr lang="en-US" sz="1000" dirty="0"/>
            </a:lvl5pPr>
            <a:lvl6pPr marL="2286000" lvl="5" indent="0">
              <a:buNone/>
              <a:defRPr lang="en-US" sz="1000" dirty="0"/>
            </a:lvl6pPr>
            <a:lvl7pPr marL="2743200" lvl="6" indent="0">
              <a:buNone/>
              <a:defRPr lang="en-US" sz="1000" dirty="0"/>
            </a:lvl7pPr>
            <a:lvl8pPr marL="3200400" lvl="7" indent="0">
              <a:buNone/>
              <a:defRPr lang="en-US" sz="1000" dirty="0"/>
            </a:lvl8pPr>
            <a:lvl9pPr marL="3657600" lvl="8" indent="0">
              <a:buNone/>
              <a:defRPr lang="en-US" sz="1000" dirty="0"/>
            </a:lvl9pPr>
          </a:lstStyle>
          <a:p>
            <a:pPr lvl="0"/>
            <a:r>
              <a:rPr lang="en-US" dirty="0"/>
              <a:t>Click to edit Master text styles</a:t>
            </a:r>
          </a:p>
        </p:txBody>
      </p:sp>
      <p:sp>
        <p:nvSpPr>
          <p:cNvPr id="5" name="Date Placeholder 4">
            <a:extLst>
              <a:ext uri="{2DC39AC6-8CF8-4418-9FE2-C18ED791156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DE3C2BA-B264-4446-AF49-F3DF29B380AE}"/>
              </a:ext>
            </a:extLst>
          </p:cNvPr>
          <p:cNvSpPr>
            <a:spLocks noGrp="1"/>
          </p:cNvSpPr>
          <p:nvPr>
            <p:ph type="dt" sz="half" idx="10"/>
          </p:nvPr>
        </p:nvSpPr>
        <p:spPr/>
        <p:txBody>
          <a:bodyPr rtlCol="0"/>
          <a:lstStyle/>
          <a:p>
            <a:fld id="{B2503D0D-FDAE-405A-B65B-F8A5EE09A316}" type="datetime1">
              <a:t>2/3/2026</a:t>
            </a:fld>
            <a:endParaRPr lang="en-US" dirty="0"/>
          </a:p>
        </p:txBody>
      </p:sp>
      <p:sp>
        <p:nvSpPr>
          <p:cNvPr id="6" name="Footer Placeholder 5">
            <a:extLst>
              <a:ext uri="{12C1D166-F38E-4DD3-BCD7-886E189189C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03C8BB4-A5BA-4B06-BA25-78D6174461D7}"/>
              </a:ext>
            </a:extLst>
          </p:cNvPr>
          <p:cNvSpPr>
            <a:spLocks noGrp="1"/>
          </p:cNvSpPr>
          <p:nvPr>
            <p:ph type="ftr" sz="quarter" idx="11"/>
          </p:nvPr>
        </p:nvSpPr>
        <p:spPr/>
        <p:txBody>
          <a:bodyPr rtlCol="0"/>
          <a:lstStyle/>
          <a:p>
            <a:endParaRPr lang="en-US" dirty="0"/>
          </a:p>
        </p:txBody>
      </p:sp>
      <p:sp>
        <p:nvSpPr>
          <p:cNvPr id="7" name="Slide Number Placeholder 6">
            <a:extLst>
              <a:ext uri="{E903F763-A863-45F8-A82D-34CD2B4B7A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F83DC4-C171-49B7-B413-BC3F5635B43A}"/>
              </a:ext>
            </a:extLst>
          </p:cNvPr>
          <p:cNvSpPr>
            <a:spLocks noGrp="1"/>
          </p:cNvSpPr>
          <p:nvPr>
            <p:ph type="sldNum" sz="quarter" idx="12"/>
          </p:nvPr>
        </p:nvSpPr>
        <p:spPr/>
        <p:txBody>
          <a:bodyPr rtlCol="0"/>
          <a:lstStyle/>
          <a:p>
            <a:fld id="{A10E4F93-67F3-4F75-A9F5-E17D5EA1C324}" type="slidenum">
              <a:t>‹#›</a:t>
            </a:fld>
            <a:endParaRPr lang="en-US" dirty="0"/>
          </a:p>
        </p:txBody>
      </p:sp>
    </p:spTree>
    <p:extLst>
      <p:ext uri="{9485419E-6A89-4E3C-B6C3-78B3F412A87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A41205D8-3AB7-41E3-B963-3BACEB1CD1F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748EC68-F6EF-4BDF-BF68-2BBEA54BEE75}"/>
              </a:ext>
            </a:extLst>
          </p:cNvPr>
          <p:cNvSpPr>
            <a:spLocks noGrp="1"/>
          </p:cNvSpPr>
          <p:nvPr>
            <p:ph type="title"/>
          </p:nvPr>
        </p:nvSpPr>
        <p:spPr/>
        <p:txBody>
          <a:bodyPr rtlCol="0"/>
          <a:lstStyle/>
          <a:p>
            <a:r>
              <a:rPr lang="en-US" dirty="0"/>
              <a:t>Click to edit Master title style</a:t>
            </a:r>
          </a:p>
        </p:txBody>
      </p:sp>
      <p:sp>
        <p:nvSpPr>
          <p:cNvPr id="3" name="Vertical Text Placeholder 2">
            <a:extLst>
              <a:ext uri="{56711944-61C2-44B9-88CC-DC35E2AFE9C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21AFDF7-09FE-4FA4-9993-6E20CB7F6F15}"/>
              </a:ext>
            </a:extLst>
          </p:cNvPr>
          <p:cNvSpPr>
            <a:spLocks noGrp="1"/>
          </p:cNvSpPr>
          <p:nvPr>
            <p:ph type="body" idx="1"/>
          </p:nvPr>
        </p:nvSpPr>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165A7AE2-27AE-4800-8F47-148E2C239B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605DD07-12A2-4108-A330-BF315301A439}"/>
              </a:ext>
            </a:extLst>
          </p:cNvPr>
          <p:cNvSpPr>
            <a:spLocks noGrp="1"/>
          </p:cNvSpPr>
          <p:nvPr>
            <p:ph type="dt" sz="half" idx="10"/>
          </p:nvPr>
        </p:nvSpPr>
        <p:spPr/>
        <p:txBody>
          <a:bodyPr rtlCol="0"/>
          <a:lstStyle/>
          <a:p>
            <a:fld id="{A2F5A6A8-17C6-49FD-8B72-EF603E4A8E63}" type="datetime1">
              <a:t>2/3/2026</a:t>
            </a:fld>
            <a:endParaRPr lang="en-US" dirty="0"/>
          </a:p>
        </p:txBody>
      </p:sp>
      <p:sp>
        <p:nvSpPr>
          <p:cNvPr id="5" name="Footer Placeholder 4">
            <a:extLst>
              <a:ext uri="{3444CEFB-FA22-456D-B4A9-01510D4DF5F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FC726BA-3F41-469E-AA26-F98BC3B15077}"/>
              </a:ext>
            </a:extLst>
          </p:cNvPr>
          <p:cNvSpPr>
            <a:spLocks noGrp="1"/>
          </p:cNvSpPr>
          <p:nvPr>
            <p:ph type="ftr" sz="quarter" idx="11"/>
          </p:nvPr>
        </p:nvSpPr>
        <p:spPr/>
        <p:txBody>
          <a:bodyPr rtlCol="0"/>
          <a:lstStyle/>
          <a:p>
            <a:endParaRPr lang="en-US" dirty="0"/>
          </a:p>
        </p:txBody>
      </p:sp>
      <p:sp>
        <p:nvSpPr>
          <p:cNvPr id="6" name="Slide Number Placeholder 5">
            <a:extLst>
              <a:ext uri="{B2C28B78-360B-4D39-91C4-74363BB32AD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F943166-C754-45B9-B88C-BE431295E2EA}"/>
              </a:ext>
            </a:extLst>
          </p:cNvPr>
          <p:cNvSpPr>
            <a:spLocks noGrp="1"/>
          </p:cNvSpPr>
          <p:nvPr>
            <p:ph type="sldNum" sz="quarter" idx="12"/>
          </p:nvPr>
        </p:nvSpPr>
        <p:spPr/>
        <p:txBody>
          <a:bodyPr rtlCol="0"/>
          <a:lstStyle/>
          <a:p>
            <a:fld id="{393A4479-6FB2-42DD-B994-4478D13CBBE1}" type="slidenum">
              <a:t>‹#›</a:t>
            </a:fld>
            <a:endParaRPr lang="en-US" dirty="0"/>
          </a:p>
        </p:txBody>
      </p:sp>
    </p:spTree>
    <p:extLst>
      <p:ext uri="{0DE9D2AE-0E1B-48DE-B761-39118CE22DC3}">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89528726-9AEC-44AC-AD3E-F5A911C7AFA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C33A5C8-F16D-4339-917E-59DEB31B083D}"/>
              </a:ext>
            </a:extLst>
          </p:cNvPr>
          <p:cNvSpPr>
            <a:spLocks noGrp="1"/>
          </p:cNvSpPr>
          <p:nvPr>
            <p:ph type="title"/>
          </p:nvPr>
        </p:nvSpPr>
        <p:spPr>
          <a:xfrm>
            <a:off x="8724900" y="365125"/>
            <a:ext cx="2628900" cy="5811838"/>
          </a:xfrm>
        </p:spPr>
        <p:txBody>
          <a:bodyPr rtlCol="0"/>
          <a:lstStyle/>
          <a:p>
            <a:r>
              <a:rPr lang="en-US" dirty="0"/>
              <a:t>Click to edit Master title style</a:t>
            </a:r>
          </a:p>
        </p:txBody>
      </p:sp>
      <p:sp>
        <p:nvSpPr>
          <p:cNvPr id="3" name="Vertical Text Placeholder 2">
            <a:extLst>
              <a:ext uri="{16AD1A8D-EDE5-48F4-902A-4C53EC0E42B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1B6605B-C9EC-4AD7-BD7F-EF263965B148}"/>
              </a:ext>
            </a:extLst>
          </p:cNvPr>
          <p:cNvSpPr>
            <a:spLocks noGrp="1"/>
          </p:cNvSpPr>
          <p:nvPr>
            <p:ph type="body" idx="1"/>
          </p:nvPr>
        </p:nvSpPr>
        <p:spPr>
          <a:xfrm>
            <a:off x="838200" y="365125"/>
            <a:ext cx="7734300" cy="5811838"/>
          </a:xfrm>
        </p:spPr>
        <p:txBody>
          <a:bodyPr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4929FE3D-F453-4698-810E-1CD105A5E08B}">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0C391223-7CC6-4E89-BEBB-2CDA986BAEE5}"/>
              </a:ext>
            </a:extLst>
          </p:cNvPr>
          <p:cNvSpPr>
            <a:spLocks noGrp="1"/>
          </p:cNvSpPr>
          <p:nvPr>
            <p:ph type="dt" sz="half" idx="10"/>
          </p:nvPr>
        </p:nvSpPr>
        <p:spPr/>
        <p:txBody>
          <a:bodyPr rtlCol="0"/>
          <a:lstStyle/>
          <a:p>
            <a:fld id="{22147729-7827-42F1-A59B-3F9BDD7F4830}" type="datetime1">
              <a:t>2/3/2026</a:t>
            </a:fld>
            <a:endParaRPr lang="en-US" dirty="0"/>
          </a:p>
        </p:txBody>
      </p:sp>
      <p:sp>
        <p:nvSpPr>
          <p:cNvPr id="5" name="Footer Placeholder 4">
            <a:extLst>
              <a:ext uri="{814F62A5-6177-4A74-9C2E-E016BB68E41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6488D02-88A7-4A75-BFB2-0046D38B5335}"/>
              </a:ext>
            </a:extLst>
          </p:cNvPr>
          <p:cNvSpPr>
            <a:spLocks noGrp="1"/>
          </p:cNvSpPr>
          <p:nvPr>
            <p:ph type="ftr" sz="quarter" idx="11"/>
          </p:nvPr>
        </p:nvSpPr>
        <p:spPr/>
        <p:txBody>
          <a:bodyPr rtlCol="0"/>
          <a:lstStyle/>
          <a:p>
            <a:endParaRPr lang="en-US" dirty="0"/>
          </a:p>
        </p:txBody>
      </p:sp>
      <p:sp>
        <p:nvSpPr>
          <p:cNvPr id="6" name="Slide Number Placeholder 5">
            <a:extLst>
              <a:ext uri="{58EBEBA3-1928-4B18-91BD-368F08906F6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4E99C83-0333-4618-B874-D02B4C4239D9}"/>
              </a:ext>
            </a:extLst>
          </p:cNvPr>
          <p:cNvSpPr>
            <a:spLocks noGrp="1"/>
          </p:cNvSpPr>
          <p:nvPr>
            <p:ph type="sldNum" sz="quarter" idx="12"/>
          </p:nvPr>
        </p:nvSpPr>
        <p:spPr/>
        <p:txBody>
          <a:bodyPr rtlCol="0"/>
          <a:lstStyle/>
          <a:p>
            <a:fld id="{CD4C6F19-E9C2-4175-A761-4E474E9890D5}" type="slidenum">
              <a:t>‹#›</a:t>
            </a:fld>
            <a:endParaRPr lang="en-US" dirty="0"/>
          </a:p>
        </p:txBody>
      </p:sp>
    </p:spTree>
    <p:extLst>
      <p:ext uri="{D9AE5700-7B1E-4B4A-A116-E8C1FFA59D58}">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7DF7A676-8796-459F-8AA7-131609C32C59}">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CAE281AB-C12E-4A15-973A-67A2014688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B6CB241F-DA5F-4FEA-9D52-D06D468DD070}">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B24F2C5-F3E7-4CBF-9F9D-9E07C818C7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071474FC-E51B-4862-93DD-725D9A629C1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F7A294-6365-4B97-BD51-23A259BF6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E65AA9E3-640E-4A3A-9D55-AD5DA1575563}" type="datetime1">
              <a:t>2/3/2026</a:t>
            </a:fld>
            <a:endParaRPr lang="en-US" dirty="0"/>
          </a:p>
        </p:txBody>
      </p:sp>
      <p:sp>
        <p:nvSpPr>
          <p:cNvPr id="5" name="Footer Placeholder 4">
            <a:extLst>
              <a:ext uri="{08779A94-CF63-402D-B1E9-F95EA9492CE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B32BDFC-0EC2-4368-9D6A-A72B947D4A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endParaRPr lang="en-US" dirty="0"/>
          </a:p>
        </p:txBody>
      </p:sp>
      <p:sp>
        <p:nvSpPr>
          <p:cNvPr id="6" name="Slide Number Placeholder 5">
            <a:extLst>
              <a:ext uri="{864C6542-57B2-4DD3-9D91-D7ED3D554DF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3B4B1F8-74F1-46EE-B82B-1D4C36923B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E269B642-849B-40D6-9B1E-69E6177BA9FE}" type="slidenum">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Font typeface="Arial"/>
        <a:buChar char="•"/>
        <a:defRPr lang="en-US" sz="2800" dirty="0">
          <a:solidFill>
            <a:schemeClr val="tx1"/>
          </a:solidFill>
          <a:latin typeface="+mn-lt"/>
        </a:defRPr>
      </a:lvl1pPr>
      <a:lvl2pPr marL="685800" lvl="1" indent="-228600" algn="l" rtl="0">
        <a:lnSpc>
          <a:spcPct val="90000"/>
        </a:lnSpc>
        <a:spcBef>
          <a:spcPts val="500"/>
        </a:spcBef>
        <a:buFont typeface="Arial"/>
        <a:buChar char="•"/>
        <a:defRPr lang="en-US" sz="2400" dirty="0">
          <a:solidFill>
            <a:schemeClr val="tx1"/>
          </a:solidFill>
          <a:latin typeface="+mn-lt"/>
        </a:defRPr>
      </a:lvl2pPr>
      <a:lvl3pPr marL="1143000" lvl="2" indent="-228600" algn="l" rtl="0">
        <a:lnSpc>
          <a:spcPct val="90000"/>
        </a:lnSpc>
        <a:spcBef>
          <a:spcPts val="500"/>
        </a:spcBef>
        <a:buFont typeface="Arial"/>
        <a:buChar char="•"/>
        <a:defRPr lang="en-US" sz="2000" dirty="0">
          <a:solidFill>
            <a:schemeClr val="tx1"/>
          </a:solidFill>
          <a:latin typeface="+mn-lt"/>
        </a:defRPr>
      </a:lvl3pPr>
      <a:lvl4pPr marL="1600200" lvl="3" indent="-228600" algn="l" rtl="0">
        <a:lnSpc>
          <a:spcPct val="90000"/>
        </a:lnSpc>
        <a:spcBef>
          <a:spcPts val="500"/>
        </a:spcBef>
        <a:buFont typeface="Arial"/>
        <a:buChar char="•"/>
        <a:defRPr lang="en-US" sz="1800" dirty="0">
          <a:solidFill>
            <a:schemeClr val="tx1"/>
          </a:solidFill>
          <a:latin typeface="+mn-lt"/>
        </a:defRPr>
      </a:lvl4pPr>
      <a:lvl5pPr marL="2057400" lvl="4" indent="-228600" algn="l" rtl="0">
        <a:lnSpc>
          <a:spcPct val="90000"/>
        </a:lnSpc>
        <a:spcBef>
          <a:spcPts val="500"/>
        </a:spcBef>
        <a:buFont typeface="Arial"/>
        <a:buChar char="•"/>
        <a:defRPr lang="en-US" sz="1800" dirty="0">
          <a:solidFill>
            <a:schemeClr val="tx1"/>
          </a:solidFill>
          <a:latin typeface="+mn-lt"/>
        </a:defRPr>
      </a:lvl5pPr>
      <a:lvl6pPr marL="2514600" lvl="5" indent="-228600" algn="l" rtl="0">
        <a:lnSpc>
          <a:spcPct val="90000"/>
        </a:lnSpc>
        <a:spcBef>
          <a:spcPts val="500"/>
        </a:spcBef>
        <a:buFont typeface="Arial"/>
        <a:buChar char="•"/>
        <a:defRPr lang="en-US" sz="1800" dirty="0">
          <a:solidFill>
            <a:schemeClr val="tx1"/>
          </a:solidFill>
          <a:latin typeface="+mn-lt"/>
        </a:defRPr>
      </a:lvl6pPr>
      <a:lvl7pPr marL="2971800" lvl="6" indent="-228600" algn="l" rtl="0">
        <a:lnSpc>
          <a:spcPct val="90000"/>
        </a:lnSpc>
        <a:spcBef>
          <a:spcPts val="500"/>
        </a:spcBef>
        <a:buFont typeface="Arial"/>
        <a:buChar char="•"/>
        <a:defRPr lang="en-US" sz="1800" dirty="0">
          <a:solidFill>
            <a:schemeClr val="tx1"/>
          </a:solidFill>
          <a:latin typeface="+mn-lt"/>
        </a:defRPr>
      </a:lvl7pPr>
      <a:lvl8pPr marL="3429000" lvl="7" indent="-228600" algn="l" rtl="0">
        <a:lnSpc>
          <a:spcPct val="90000"/>
        </a:lnSpc>
        <a:spcBef>
          <a:spcPts val="500"/>
        </a:spcBef>
        <a:buFont typeface="Arial"/>
        <a:buChar char="•"/>
        <a:defRPr lang="en-US" sz="1800" dirty="0">
          <a:solidFill>
            <a:schemeClr val="tx1"/>
          </a:solidFill>
          <a:latin typeface="+mn-lt"/>
        </a:defRPr>
      </a:lvl8pPr>
      <a:lvl9pPr marL="3886200" lvl="8" indent="-228600" algn="l" rtl="0">
        <a:lnSpc>
          <a:spcPct val="90000"/>
        </a:lnSpc>
        <a:spcBef>
          <a:spcPts val="500"/>
        </a:spcBef>
        <a:buFont typeface="Arial"/>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6">
            <a:extLst>
              <a:ext uri="{ED9CA6FB-DE42-4BBF-B4CC-A8AA522E8B5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9AE46D0-2C0D-41E8-BAE2-F3638818AEBE}"/>
              </a:ext>
            </a:extLst>
          </p:cNvPr>
          <p:cNvSpPr>
            <a:spLocks noGrp="1"/>
          </p:cNvSpPr>
          <p:nvPr>
            <p:ph type="title"/>
          </p:nvPr>
        </p:nvSpPr>
        <p:spPr>
          <a:xfrm>
            <a:off x="2907262" y="-142233"/>
            <a:ext cx="6800489" cy="2178332"/>
          </a:xfrm>
        </p:spPr>
        <p:txBody>
          <a:bodyPr rtlCol="0">
            <a:normAutofit/>
          </a:bodyPr>
          <a:lstStyle/>
          <a:p>
            <a:r>
              <a:rPr lang="en-US" sz="2800" b="1" dirty="0">
                <a:latin typeface="Times New Roman"/>
              </a:rPr>
              <a:t>CMR Technical Campus</a:t>
            </a:r>
            <a:br>
              <a:rPr lang="en-US" sz="2800" b="1" dirty="0">
                <a:latin typeface="Times New Roman"/>
              </a:rPr>
            </a:br>
            <a:r>
              <a:rPr lang="en-US" sz="2800" b="1" dirty="0">
                <a:latin typeface="Times New Roman"/>
              </a:rPr>
              <a:t>Department of Information Technology</a:t>
            </a:r>
          </a:p>
          <a:p>
            <a:endParaRPr lang="en-US" sz="4400" dirty="0"/>
          </a:p>
        </p:txBody>
      </p:sp>
      <p:pic>
        <p:nvPicPr>
          <p:cNvPr id="3" name="Picture 7" descr="A logo with a flower&#10;&#10;Description automatically generated">
            <a:extLst>
              <a:ext uri="{4D361329-0F30-4A96-88F2-EE23789D81C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87893E9-B8D9-47BB-B8B0-4F598E8A20C2}"/>
              </a:ext>
            </a:extLst>
          </p:cNvPr>
          <p:cNvPicPr>
            <a:picLocks noChangeAspect="1"/>
          </p:cNvPicPr>
          <p:nvPr/>
        </p:nvPicPr>
        <p:blipFill>
          <a:blip r:embed="rId2"/>
          <a:stretch>
            <a:fillRect/>
          </a:stretch>
        </p:blipFill>
        <p:spPr>
          <a:xfrm>
            <a:off x="727651" y="196690"/>
            <a:ext cx="1961896" cy="1701172"/>
          </a:xfrm>
          <a:prstGeom prst="rect">
            <a:avLst/>
          </a:prstGeom>
          <a:noFill/>
        </p:spPr>
      </p:pic>
      <p:sp>
        <p:nvSpPr>
          <p:cNvPr id="4" name="TextBox 8">
            <a:extLst>
              <a:ext uri="{2A500AD5-FA03-4398-9DFF-C747D18F3A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6CBB913-720E-4E53-B62B-E5FBE86EE078}"/>
              </a:ext>
            </a:extLst>
          </p:cNvPr>
          <p:cNvSpPr txBox="1"/>
          <p:nvPr/>
        </p:nvSpPr>
        <p:spPr>
          <a:xfrm>
            <a:off x="3886200" y="1436197"/>
            <a:ext cx="5111152" cy="461665"/>
          </a:xfrm>
          <a:prstGeom prst="rect">
            <a:avLst/>
          </a:prstGeom>
          <a:noFill/>
        </p:spPr>
        <p:txBody>
          <a:bodyPr vert="horz" wrap="square" lIns="91440" tIns="45720" rIns="91440" bIns="45720" numCol="1" spcCol="0" rtlCol="0" anchor="t">
            <a:spAutoFit/>
          </a:bodyPr>
          <a:lstStyle/>
          <a:p>
            <a:r>
              <a:rPr lang="en-US" sz="2400" b="1" dirty="0">
                <a:latin typeface="Times New Roman"/>
              </a:rPr>
              <a:t>Major Project Stage – 2 Review -1</a:t>
            </a:r>
          </a:p>
        </p:txBody>
      </p:sp>
      <p:sp>
        <p:nvSpPr>
          <p:cNvPr id="5" name="TextBox 9">
            <a:extLst>
              <a:ext uri="{4F53AC70-5DEA-4B5D-8934-E99555E63DE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82025FF-B4C6-4B50-918B-E847E7570A2F}"/>
              </a:ext>
            </a:extLst>
          </p:cNvPr>
          <p:cNvSpPr txBox="1"/>
          <p:nvPr/>
        </p:nvSpPr>
        <p:spPr>
          <a:xfrm>
            <a:off x="609598" y="2406410"/>
            <a:ext cx="11395815" cy="1015663"/>
          </a:xfrm>
          <a:prstGeom prst="rect">
            <a:avLst/>
          </a:prstGeom>
          <a:noFill/>
        </p:spPr>
        <p:txBody>
          <a:bodyPr vert="horz" wrap="square" lIns="91440" tIns="45720" rIns="91440" bIns="45720" numCol="1" spcCol="0" rtlCol="0" anchor="t">
            <a:spAutoFit/>
          </a:bodyPr>
          <a:lstStyle/>
          <a:p>
            <a:pPr algn="ct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Title</a:t>
            </a:r>
            <a:r>
              <a:rPr lang="en-US" sz="2000" b="1" dirty="0">
                <a:latin typeface="Times New Roman" panose="02020603050405020304" pitchFamily="18" charset="0"/>
                <a:cs typeface="Times New Roman" panose="02020603050405020304" pitchFamily="18" charset="0"/>
              </a:rPr>
              <a:t>: Deep Learning–Based Indian Coin Denomination Recognition </a:t>
            </a:r>
          </a:p>
          <a:p>
            <a:pPr algn="ctr"/>
            <a:r>
              <a:rPr lang="en-US" sz="2000" b="1" dirty="0">
                <a:latin typeface="Times New Roman" panose="02020603050405020304" pitchFamily="18" charset="0"/>
                <a:cs typeface="Times New Roman" panose="02020603050405020304" pitchFamily="18" charset="0"/>
              </a:rPr>
              <a:t>for Automated Currency Sorting.</a:t>
            </a:r>
          </a:p>
          <a:p>
            <a:endParaRPr lang="en-US" sz="2000" b="1" dirty="0">
              <a:latin typeface="Times New Roman" panose="02020603050405020304" pitchFamily="18" charset="0"/>
              <a:cs typeface="Times New Roman" panose="02020603050405020304" pitchFamily="18" charset="0"/>
            </a:endParaRPr>
          </a:p>
        </p:txBody>
      </p:sp>
      <p:sp>
        <p:nvSpPr>
          <p:cNvPr id="6" name="TextBox 10">
            <a:extLst>
              <a:ext uri="{CD55773D-57A6-4083-8720-960C80B43B1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C915C5-87DA-4BCF-A7B4-630F42D4A5E5}"/>
              </a:ext>
            </a:extLst>
          </p:cNvPr>
          <p:cNvSpPr txBox="1"/>
          <p:nvPr/>
        </p:nvSpPr>
        <p:spPr>
          <a:xfrm>
            <a:off x="396816" y="3559833"/>
            <a:ext cx="4316998" cy="1015663"/>
          </a:xfrm>
          <a:prstGeom prst="rect">
            <a:avLst/>
          </a:prstGeom>
          <a:noFill/>
        </p:spPr>
        <p:txBody>
          <a:bodyPr vert="horz" wrap="square" lIns="91440" tIns="45720" rIns="91440" bIns="45720" numCol="1" spcCol="0" rtlCol="0" anchor="t">
            <a:spAutoFit/>
          </a:bodyPr>
          <a:lstStyle/>
          <a:p>
            <a:r>
              <a:rPr lang="en-US" sz="2000" b="1" dirty="0">
                <a:solidFill>
                  <a:srgbClr val="00B0F0"/>
                </a:solidFill>
                <a:latin typeface="Times New Roman"/>
              </a:rPr>
              <a:t>Project Supervisor:</a:t>
            </a:r>
            <a:r>
              <a:rPr lang="en-US" sz="2000" dirty="0">
                <a:latin typeface="Times New Roman"/>
              </a:rPr>
              <a:t>​</a:t>
            </a:r>
          </a:p>
          <a:p>
            <a:r>
              <a:rPr lang="en-US" sz="2000" b="1" dirty="0">
                <a:solidFill>
                  <a:srgbClr val="002060"/>
                </a:solidFill>
                <a:latin typeface="Times New Roman"/>
              </a:rPr>
              <a:t>Name:</a:t>
            </a:r>
            <a:r>
              <a:rPr lang="en-US" sz="2000" dirty="0">
                <a:latin typeface="Times New Roman"/>
              </a:rPr>
              <a:t>​ Md Sajid Pasha</a:t>
            </a:r>
          </a:p>
          <a:p>
            <a:r>
              <a:rPr lang="en-US" sz="2000" b="1" dirty="0">
                <a:solidFill>
                  <a:srgbClr val="002060"/>
                </a:solidFill>
                <a:latin typeface="Times New Roman"/>
              </a:rPr>
              <a:t>Designation:</a:t>
            </a:r>
            <a:r>
              <a:rPr lang="en-US" sz="2000" dirty="0">
                <a:solidFill>
                  <a:srgbClr val="002060"/>
                </a:solidFill>
                <a:latin typeface="Times New Roman"/>
              </a:rPr>
              <a:t> Assistant Professor</a:t>
            </a:r>
            <a:endParaRPr lang="en-US" dirty="0">
              <a:solidFill>
                <a:srgbClr val="002060"/>
              </a:solidFill>
              <a:latin typeface="Times New Roman"/>
            </a:endParaRPr>
          </a:p>
        </p:txBody>
      </p:sp>
      <p:sp>
        <p:nvSpPr>
          <p:cNvPr id="7" name="TextBox 1">
            <a:extLst>
              <a:ext uri="{27677EEE-2C43-4AEE-A1AA-F0A7D37C0AE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0D04DD5-17EA-4D4F-854B-FE67B484A46C}"/>
              </a:ext>
            </a:extLst>
          </p:cNvPr>
          <p:cNvSpPr txBox="1"/>
          <p:nvPr/>
        </p:nvSpPr>
        <p:spPr>
          <a:xfrm>
            <a:off x="5334000" y="3559833"/>
            <a:ext cx="6376504" cy="2246769"/>
          </a:xfrm>
          <a:prstGeom prst="rect">
            <a:avLst/>
          </a:prstGeom>
          <a:noFill/>
        </p:spPr>
        <p:txBody>
          <a:bodyPr vert="horz" wrap="square" lIns="91440" tIns="45720" rIns="91440" bIns="45720" numCol="1" spcCol="0" rtlCol="0" anchor="t">
            <a:spAutoFit/>
          </a:bodyPr>
          <a:lstStyle/>
          <a:p>
            <a:r>
              <a:rPr lang="en-US" sz="2000" b="1" dirty="0">
                <a:solidFill>
                  <a:srgbClr val="00B0F0"/>
                </a:solidFill>
                <a:latin typeface="Times New Roman"/>
              </a:rPr>
              <a:t>Presented By:</a:t>
            </a:r>
            <a:r>
              <a:rPr lang="en-US" sz="2000" dirty="0">
                <a:latin typeface="Times New Roman"/>
              </a:rPr>
              <a:t>​</a:t>
            </a:r>
          </a:p>
          <a:p>
            <a:r>
              <a:rPr lang="en-US" sz="2000" b="1" dirty="0">
                <a:latin typeface="Times New Roman"/>
              </a:rPr>
              <a:t>Batch No: 02</a:t>
            </a:r>
          </a:p>
          <a:p>
            <a:pPr marL="342900" indent="-342900">
              <a:buFont typeface=""/>
              <a:buAutoNum type="arabicPeriod"/>
            </a:pPr>
            <a:r>
              <a:rPr lang="en-US" sz="2000" dirty="0">
                <a:latin typeface="Times New Roman"/>
              </a:rPr>
              <a:t>H. No: 227R1A1239                Name: Mohammed Ayub</a:t>
            </a:r>
          </a:p>
          <a:p>
            <a:pPr marL="342900" indent="-342900">
              <a:buFont typeface=""/>
              <a:buAutoNum type="arabicPeriod"/>
            </a:pPr>
            <a:r>
              <a:rPr lang="en-US" sz="2000" dirty="0">
                <a:latin typeface="Times New Roman"/>
              </a:rPr>
              <a:t>H. No: 227R1A1248                Name: </a:t>
            </a:r>
            <a:r>
              <a:rPr lang="en-US" sz="2000" dirty="0" err="1">
                <a:latin typeface="Times New Roman"/>
              </a:rPr>
              <a:t>P.Sriram</a:t>
            </a:r>
            <a:endParaRPr lang="en-US" sz="2000" dirty="0">
              <a:latin typeface="Times New Roman"/>
            </a:endParaRPr>
          </a:p>
          <a:p>
            <a:pPr marL="342900" indent="-342900">
              <a:buFont typeface=""/>
              <a:buAutoNum type="arabicPeriod"/>
            </a:pPr>
            <a:r>
              <a:rPr lang="en-US" sz="2000" dirty="0">
                <a:latin typeface="Times New Roman"/>
              </a:rPr>
              <a:t>H. No: 207R1A1236                Name: </a:t>
            </a:r>
            <a:r>
              <a:rPr lang="en-US" sz="2000" dirty="0" err="1">
                <a:latin typeface="Times New Roman"/>
              </a:rPr>
              <a:t>M.Venkat</a:t>
            </a:r>
            <a:r>
              <a:rPr lang="en-US" sz="2000" dirty="0">
                <a:latin typeface="Times New Roman"/>
              </a:rPr>
              <a:t>​</a:t>
            </a:r>
          </a:p>
          <a:p>
            <a:endParaRPr lang="en-US" sz="2000" dirty="0">
              <a:latin typeface="Times New Roman"/>
            </a:endParaRPr>
          </a:p>
          <a:p>
            <a:r>
              <a:rPr lang="en-US" sz="2000" dirty="0">
                <a:latin typeface="Times New Roman"/>
              </a:rPr>
              <a:t>​</a:t>
            </a:r>
          </a:p>
        </p:txBody>
      </p:sp>
      <p:cxnSp>
        <p:nvCxnSpPr>
          <p:cNvPr id="10" name="Straight Connector 9">
            <a:extLst>
              <a:ext uri="{FF2B5EF4-FFF2-40B4-BE49-F238E27FC236}">
                <a16:creationId xmlns:a16="http://schemas.microsoft.com/office/drawing/2014/main" id="{507099C1-FB4F-E586-E7C9-A2E4C2BD8134}"/>
              </a:ext>
            </a:extLst>
          </p:cNvPr>
          <p:cNvCxnSpPr>
            <a:cxnSpLocks/>
          </p:cNvCxnSpPr>
          <p:nvPr/>
        </p:nvCxnSpPr>
        <p:spPr>
          <a:xfrm>
            <a:off x="0" y="2133600"/>
            <a:ext cx="12192000"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5C917A-3597-451A-80EB-D4E351436A66}">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Title 1">
            <a:extLst>
              <a:ext uri="{8A010AAA-3BC9-467C-9EDE-E1DDB94953F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3574B09-CB82-4FBE-9900-09375FF6D4B6}"/>
              </a:ext>
            </a:extLst>
          </p:cNvPr>
          <p:cNvSpPr>
            <a:spLocks noGrp="1"/>
          </p:cNvSpPr>
          <p:nvPr>
            <p:ph type="title"/>
          </p:nvPr>
        </p:nvSpPr>
        <p:spPr>
          <a:xfrm>
            <a:off x="838200" y="365121"/>
            <a:ext cx="10515600" cy="1325565"/>
          </a:xfrm>
        </p:spPr>
        <p:txBody>
          <a:bodyPr rtlCol="0"/>
          <a:lstStyle/>
          <a:p>
            <a:r>
              <a:rPr lang="en-US" b="1" dirty="0">
                <a:latin typeface="Times New Roman"/>
              </a:rPr>
              <a:t>Index</a:t>
            </a:r>
          </a:p>
        </p:txBody>
      </p:sp>
      <p:pic>
        <p:nvPicPr>
          <p:cNvPr id="3" name="Content Placeholder 3" descr="A logo with a flower&#10;&#10;Description automatically generated">
            <a:extLst>
              <a:ext uri="{48B47300-C04B-465C-B97B-4EC5B42E1C9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F0F8C0E-DA55-4C2D-867E-6EE4CDEAE5CB}"/>
              </a:ext>
            </a:extLst>
          </p:cNvPr>
          <p:cNvPicPr>
            <a:picLocks noGrp="1" noChangeAspect="1"/>
          </p:cNvPicPr>
          <p:nvPr>
            <p:ph idx="1"/>
          </p:nvPr>
        </p:nvPicPr>
        <p:blipFill>
          <a:blip r:embed="rId2"/>
          <a:stretch>
            <a:fillRect/>
          </a:stretch>
        </p:blipFill>
        <p:spPr>
          <a:xfrm>
            <a:off x="10730119" y="-3621"/>
            <a:ext cx="1477065" cy="1251225"/>
          </a:xfrm>
          <a:noFill/>
        </p:spPr>
      </p:pic>
      <p:sp>
        <p:nvSpPr>
          <p:cNvPr id="4" name="TextBox 4">
            <a:extLst>
              <a:ext uri="{ADF364D0-11AE-4F37-BE70-5377F01BE35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FD9D21-7056-4C17-8E22-B57420FC5909}"/>
              </a:ext>
            </a:extLst>
          </p:cNvPr>
          <p:cNvSpPr txBox="1"/>
          <p:nvPr/>
        </p:nvSpPr>
        <p:spPr>
          <a:xfrm>
            <a:off x="762000" y="1720840"/>
            <a:ext cx="11270972" cy="3785652"/>
          </a:xfrm>
          <a:prstGeom prst="rect">
            <a:avLst/>
          </a:prstGeom>
          <a:noFill/>
        </p:spPr>
        <p:txBody>
          <a:bodyPr vert="horz" wrap="square" lIns="91440" tIns="45720" rIns="91440" bIns="45720" numCol="1" spcCol="0" rtlCol="0" anchor="t">
            <a:spAutoFit/>
          </a:bodyPr>
          <a:lstStyle/>
          <a:p>
            <a:pPr marL="228600" indent="-228600">
              <a:buFont typeface=""/>
              <a:buChar char="•"/>
            </a:pPr>
            <a:r>
              <a:rPr lang="en-IN" sz="2400" dirty="0">
                <a:latin typeface="Times New Roman" panose="02020603050405020304" pitchFamily="18" charset="0"/>
                <a:cs typeface="Times New Roman" panose="02020603050405020304" pitchFamily="18" charset="0"/>
              </a:rPr>
              <a:t>Introduction and Overview</a:t>
            </a:r>
          </a:p>
          <a:p>
            <a:pPr marL="228600" indent="-228600">
              <a:buFont typeface=""/>
              <a:buChar char="•"/>
            </a:pPr>
            <a:r>
              <a:rPr lang="en-IN" sz="2400" dirty="0">
                <a:latin typeface="Times New Roman" panose="02020603050405020304" pitchFamily="18" charset="0"/>
                <a:cs typeface="Times New Roman" panose="02020603050405020304" pitchFamily="18" charset="0"/>
              </a:rPr>
              <a:t>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Disadvantages of Existing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Advantages of Proposed System</a:t>
            </a:r>
          </a:p>
          <a:p>
            <a:pPr marL="228600" indent="-228600">
              <a:buFont typeface=""/>
              <a:buChar char="•"/>
            </a:pPr>
            <a:r>
              <a:rPr lang="en-IN" sz="2400" dirty="0">
                <a:latin typeface="Times New Roman" panose="02020603050405020304" pitchFamily="18" charset="0"/>
                <a:cs typeface="Times New Roman" panose="02020603050405020304" pitchFamily="18" charset="0"/>
              </a:rPr>
              <a:t>Hardware and Software Requirements</a:t>
            </a:r>
          </a:p>
          <a:p>
            <a:pPr marL="228600" indent="-228600">
              <a:buFont typeface=""/>
              <a:buChar char="•"/>
            </a:pPr>
            <a:r>
              <a:rPr lang="en-IN" sz="2400" dirty="0">
                <a:latin typeface="Times New Roman" panose="02020603050405020304" pitchFamily="18" charset="0"/>
                <a:cs typeface="Times New Roman" panose="02020603050405020304" pitchFamily="18" charset="0"/>
              </a:rPr>
              <a:t>Novelty of the Project</a:t>
            </a:r>
          </a:p>
          <a:p>
            <a:pPr marL="228600" indent="-228600">
              <a:buFont typeface=""/>
              <a:buChar char="•"/>
            </a:pPr>
            <a:r>
              <a:rPr lang="en-IN" sz="2400" dirty="0">
                <a:latin typeface="Times New Roman" panose="02020603050405020304" pitchFamily="18" charset="0"/>
                <a:cs typeface="Times New Roman" panose="02020603050405020304" pitchFamily="18" charset="0"/>
              </a:rPr>
              <a:t>System Architecture </a:t>
            </a:r>
          </a:p>
          <a:p>
            <a:pPr marL="228600" indent="-228600">
              <a:buFont typeface=""/>
              <a:buChar char="•"/>
            </a:pPr>
            <a:r>
              <a:rPr lang="en-IN" sz="2400" dirty="0">
                <a:latin typeface="Times New Roman" panose="02020603050405020304" pitchFamily="18" charset="0"/>
                <a:cs typeface="Times New Roman" panose="02020603050405020304" pitchFamily="18" charset="0"/>
              </a:rPr>
              <a:t>Modules </a:t>
            </a:r>
          </a:p>
          <a:p>
            <a:pPr marL="228600" indent="-228600">
              <a:buFont typeface=""/>
              <a:buChar char="•"/>
            </a:pPr>
            <a:r>
              <a:rPr lang="en-IN" sz="2400" dirty="0">
                <a:latin typeface="Times New Roman" panose="02020603050405020304" pitchFamily="18" charset="0"/>
                <a:cs typeface="Times New Roman" panose="02020603050405020304" pitchFamily="18" charset="0"/>
              </a:rPr>
              <a:t>UML Diagrams</a:t>
            </a:r>
          </a:p>
        </p:txBody>
      </p:sp>
    </p:spTree>
    <p:extLst>
      <p:ext uri="{0561CC85-A534-4E96-A9C6-0329ECF585B2}">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Title 1">
            <a:extLst>
              <a:ext uri="{FA277E54-58E9-49F5-80C7-741F54158053}">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71269BA-A2DE-4CA4-82B2-716B0B897011}"/>
              </a:ext>
            </a:extLst>
          </p:cNvPr>
          <p:cNvSpPr>
            <a:spLocks noGrp="1"/>
          </p:cNvSpPr>
          <p:nvPr>
            <p:ph type="title"/>
          </p:nvPr>
        </p:nvSpPr>
        <p:spPr>
          <a:xfrm>
            <a:off x="381000" y="304800"/>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Introduction &amp; Overview</a:t>
            </a:r>
          </a:p>
        </p:txBody>
      </p:sp>
      <p:pic>
        <p:nvPicPr>
          <p:cNvPr id="4" name="Picture 3" descr="A logo with a flower&#10;&#10;Description automatically generated">
            <a:extLst>
              <a:ext uri="{93949CE7-2A42-42B0-B202-78F8FB2E065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8C88C13-8C45-4BF0-90D2-FCE813201090}"/>
              </a:ext>
            </a:extLst>
          </p:cNvPr>
          <p:cNvPicPr>
            <a:picLocks noGrp="1" noChangeAspect="1"/>
          </p:cNvPicPr>
          <p:nvPr/>
        </p:nvPicPr>
        <p:blipFill>
          <a:blip r:embed="rId2"/>
          <a:stretch>
            <a:fillRect/>
          </a:stretch>
        </p:blipFill>
        <p:spPr>
          <a:xfrm>
            <a:off x="10730119" y="72578"/>
            <a:ext cx="1477065" cy="1251225"/>
          </a:xfrm>
          <a:prstGeom prst="rect">
            <a:avLst/>
          </a:prstGeom>
          <a:noFill/>
        </p:spPr>
      </p:pic>
      <p:sp>
        <p:nvSpPr>
          <p:cNvPr id="3" name="Rectangle 1">
            <a:extLst>
              <a:ext uri="{FF2B5EF4-FFF2-40B4-BE49-F238E27FC236}">
                <a16:creationId xmlns:a16="http://schemas.microsoft.com/office/drawing/2014/main" id="{0136E4EA-5673-E33B-09CA-951548928AD6}"/>
              </a:ext>
            </a:extLst>
          </p:cNvPr>
          <p:cNvSpPr>
            <a:spLocks noChangeArrowheads="1"/>
          </p:cNvSpPr>
          <p:nvPr/>
        </p:nvSpPr>
        <p:spPr bwMode="auto">
          <a:xfrm>
            <a:off x="609600" y="1644218"/>
            <a:ext cx="1063121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This project focuses on developing an automated system to recognize Indian coin denominations using deep learning and image processing techniques, aiming to reduce manual effort and human errors in currency sorting.</a:t>
            </a:r>
          </a:p>
          <a:p>
            <a:pPr lvl="0" eaLnBrk="0" fontAlgn="base" hangingPunct="0">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A Convolutional Neural Network (CNN) model is trained on coin images to accurately classify different denominations by learning visual features such as shape, size, texture, and engravings.</a:t>
            </a:r>
          </a:p>
          <a:p>
            <a:pPr lvl="0" eaLnBrk="0" fontAlgn="base" hangingPunct="0">
              <a:spcBef>
                <a:spcPct val="0"/>
              </a:spcBef>
              <a:spcAft>
                <a:spcPct val="0"/>
              </a:spcAft>
              <a:buFontTx/>
              <a:buChar char="•"/>
            </a:pPr>
            <a:endParaRPr lang="en-US" altLang="en-US" sz="24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The proposed system can be effectively used in banks, vending machines, and automated sorting systems, providing a fast, accurate, and scalable solution for real-world currency handling.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E0E1AE6-920D-425F-A29A-D6A50D915E9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10">
    <p:spTree>
      <p:nvGrpSpPr>
        <p:cNvPr id="1" name=""/>
        <p:cNvGrpSpPr/>
        <p:nvPr/>
      </p:nvGrpSpPr>
      <p:grpSpPr>
        <a:xfrm>
          <a:off x="0" y="0"/>
          <a:ext cx="0" cy="0"/>
          <a:chOff x="0" y="0"/>
          <a:chExt cx="0" cy="0"/>
        </a:xfrm>
      </p:grpSpPr>
      <p:sp>
        <p:nvSpPr>
          <p:cNvPr id="2" name="Title 1">
            <a:extLs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Existing System</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C3A153DB-FDE9-2E33-01AA-FFAD74DFC16E}"/>
              </a:ext>
            </a:extLst>
          </p:cNvPr>
          <p:cNvSpPr>
            <a:spLocks noChangeArrowheads="1"/>
          </p:cNvSpPr>
          <p:nvPr/>
        </p:nvSpPr>
        <p:spPr bwMode="auto">
          <a:xfrm>
            <a:off x="374511" y="1410355"/>
            <a:ext cx="1109414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Manual Identification: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Coins are often classified through physical inspection, where operators visually identify denominations. This process is slow, labor-intensive, and highly prone to human error, making it unsuitable for large-scale sorting.</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Traditional Image Processing Techniques: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Some systems use simple image-processing methods such as edge detection, template matching, and geometric measurements to recognize coins. However, these techniques depend heavily on controlled lighting and background conditions, limiting their accuracy.</a:t>
            </a: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Measurement-Based Recognition: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Automated machines sometimes rely on coin attributes like weight, diameter, and thickness to determine denomination. These systems fail when coins are worn, partially damaged, or counterfeit coins have similar physical dimensions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53700-F877-44CC-C391-B189452E6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3B6A7-79A6-A461-1FC2-03F1E806AF89}"/>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Existing System Disadvantages</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2AA09D5C-50F5-69B1-9FA4-3535A648FF85}"/>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721F3AD6-8FA8-A934-B4E3-A9C16C253468}"/>
              </a:ext>
            </a:extLst>
          </p:cNvPr>
          <p:cNvSpPr>
            <a:spLocks noChangeArrowheads="1"/>
          </p:cNvSpPr>
          <p:nvPr/>
        </p:nvSpPr>
        <p:spPr bwMode="auto">
          <a:xfrm>
            <a:off x="374511" y="1847825"/>
            <a:ext cx="10355608"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Manual inspection is slow, inefficient, and prone to human errors during classification.</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Traditional image-processing methods fail under varying lighting and background conditions.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Systems relying on physical measurements cannot distinguish between genuine and counterfeit coins with similar dimensions.</a:t>
            </a:r>
          </a:p>
          <a:p>
            <a:pPr lvl="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Worn, damaged, or faded coins often lead to misclassification or rejection.</a:t>
            </a:r>
          </a:p>
          <a:p>
            <a:pPr lvl="0" eaLnBrk="0" fontAlgn="base" hangingPunct="0">
              <a:lnSpc>
                <a:spcPct val="150000"/>
              </a:lnSpc>
              <a:spcBef>
                <a:spcPct val="0"/>
              </a:spcBef>
              <a:spcAft>
                <a:spcPct val="0"/>
              </a:spcAft>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8496918"/>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D56C-2E2A-4290-E792-C5515924F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EFCCF-93C8-46E9-1455-5A296F470121}"/>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Proposed System</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47393F10-DD0E-ABA2-27C1-BCC779A3EB2E}"/>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D1230D8B-BD6A-1E93-5DD1-4F9299149BFF}"/>
              </a:ext>
            </a:extLst>
          </p:cNvPr>
          <p:cNvSpPr>
            <a:spLocks noChangeArrowheads="1"/>
          </p:cNvSpPr>
          <p:nvPr/>
        </p:nvSpPr>
        <p:spPr bwMode="auto">
          <a:xfrm>
            <a:off x="755073" y="1460791"/>
            <a:ext cx="103632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employs a deep learning–based Convolutional Neural Network (CNN) to automatically identify Indian coin denominations from digital images.</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Image preprocessing techniques such as resizing and normalization are applied to improve input quality and model performance.</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CNN model learns robust visual features including coin shape, texture, inscriptions, and surface details for accurate classification.</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proposed approach works effectively under varying lighting conditions and can handle worn or damaged coins.</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enables automated, fast, and reliable coin sorting, reducing human effort and minimizing classification errors.</a:t>
            </a:r>
          </a:p>
        </p:txBody>
      </p:sp>
    </p:spTree>
    <p:extLst>
      <p:ext uri="{BB962C8B-B14F-4D97-AF65-F5344CB8AC3E}">
        <p14:creationId xmlns:p14="http://schemas.microsoft.com/office/powerpoint/2010/main" val="3435687415"/>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6A0E-9F38-3CDB-CBB8-23D5F767A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34498-F0E1-3391-C5DC-752D09C87815}"/>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Proposed System Advantages</a:t>
            </a:r>
            <a:br>
              <a:rPr lang="en-US" sz="4400" dirty="0">
                <a:effectLst>
                  <a:outerShdw blurRad="38100" dist="38100" dir="2700000" algn="tl">
                    <a:srgbClr val="000000">
                      <a:alpha val="43137"/>
                    </a:srgbClr>
                  </a:outerShdw>
                </a:effectLst>
                <a:latin typeface="Times New Roman"/>
              </a:rPr>
            </a:br>
            <a:endParaRPr lang="en-US" sz="44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A55CAF50-C5DD-C868-8B1B-5CB3C76F7A59}"/>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03AE6B21-577E-0B6F-8229-7CA460BE0C9A}"/>
              </a:ext>
            </a:extLst>
          </p:cNvPr>
          <p:cNvSpPr>
            <a:spLocks noChangeArrowheads="1"/>
          </p:cNvSpPr>
          <p:nvPr/>
        </p:nvSpPr>
        <p:spPr bwMode="auto">
          <a:xfrm>
            <a:off x="755073" y="2393070"/>
            <a:ext cx="1044632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High Accuracy </a:t>
            </a:r>
            <a:r>
              <a:rPr lang="en-US" sz="2400" dirty="0">
                <a:latin typeface="Times New Roman" panose="02020603050405020304" pitchFamily="18" charset="0"/>
                <a:cs typeface="Times New Roman" panose="02020603050405020304" pitchFamily="18" charset="0"/>
              </a:rPr>
              <a:t>– Delivers superior classification accuracy compared to traditional ML models.</a:t>
            </a: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Noise Robustness </a:t>
            </a:r>
            <a:r>
              <a:rPr lang="en-US" sz="2400" dirty="0">
                <a:latin typeface="Times New Roman" panose="02020603050405020304" pitchFamily="18" charset="0"/>
                <a:cs typeface="Times New Roman" panose="02020603050405020304" pitchFamily="18" charset="0"/>
              </a:rPr>
              <a:t>– Handles worn, blurred, or low-quality coin images effectively.</a:t>
            </a: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Generalization</a:t>
            </a:r>
            <a:r>
              <a:rPr lang="en-US" sz="2400" dirty="0">
                <a:latin typeface="Times New Roman" panose="02020603050405020304" pitchFamily="18" charset="0"/>
                <a:cs typeface="Times New Roman" panose="02020603050405020304" pitchFamily="18" charset="0"/>
              </a:rPr>
              <a:t> – Scales to new categories and coin designs without major reconfiguration.</a:t>
            </a: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Efficiency</a:t>
            </a:r>
            <a:r>
              <a:rPr lang="en-US" sz="2400" dirty="0">
                <a:latin typeface="Times New Roman" panose="02020603050405020304" pitchFamily="18" charset="0"/>
                <a:cs typeface="Times New Roman" panose="02020603050405020304" pitchFamily="18" charset="0"/>
              </a:rPr>
              <a:t> – Adam optimizer with AME accelerates convergence and reduces training loss</a:t>
            </a: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Automation</a:t>
            </a:r>
            <a:r>
              <a:rPr lang="en-US" sz="2400" dirty="0">
                <a:latin typeface="Times New Roman" panose="02020603050405020304" pitchFamily="18" charset="0"/>
                <a:cs typeface="Times New Roman" panose="02020603050405020304" pitchFamily="18" charset="0"/>
              </a:rPr>
              <a:t> – The whole process is Automated without Human Intervention.</a:t>
            </a:r>
          </a:p>
        </p:txBody>
      </p:sp>
    </p:spTree>
    <p:extLst>
      <p:ext uri="{BB962C8B-B14F-4D97-AF65-F5344CB8AC3E}">
        <p14:creationId xmlns:p14="http://schemas.microsoft.com/office/powerpoint/2010/main" val="1837795224"/>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3345C-0C85-ED26-DB51-A3570577C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FF50F-D8D8-F750-3EC2-877D69A9314D}"/>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normAutofit/>
          </a:bodyPr>
          <a:lstStyle/>
          <a:p>
            <a:pPr algn="ctr"/>
            <a:r>
              <a:rPr lang="en-US" sz="4000" b="1" dirty="0">
                <a:effectLst>
                  <a:outerShdw blurRad="38100" dist="38100" dir="2700000" algn="tl">
                    <a:srgbClr val="000000">
                      <a:alpha val="43137"/>
                    </a:srgbClr>
                  </a:outerShdw>
                </a:effectLst>
                <a:latin typeface="Times New Roman"/>
              </a:rPr>
              <a:t>Hardware and Software Requirements</a:t>
            </a:r>
            <a:br>
              <a:rPr lang="en-US" sz="4000" dirty="0">
                <a:effectLst>
                  <a:outerShdw blurRad="38100" dist="38100" dir="2700000" algn="tl">
                    <a:srgbClr val="000000">
                      <a:alpha val="43137"/>
                    </a:srgbClr>
                  </a:outerShdw>
                </a:effectLst>
                <a:latin typeface="Times New Roman"/>
              </a:rPr>
            </a:br>
            <a:endParaRPr lang="en-US" sz="4000"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E4D6F8F5-909C-9437-7262-FD07DE624CB9}"/>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70E67DC4-F38C-8212-BE61-5163B9D4A593}"/>
              </a:ext>
            </a:extLst>
          </p:cNvPr>
          <p:cNvSpPr>
            <a:spLocks noChangeArrowheads="1"/>
          </p:cNvSpPr>
          <p:nvPr/>
        </p:nvSpPr>
        <p:spPr bwMode="auto">
          <a:xfrm>
            <a:off x="755073" y="1460956"/>
            <a:ext cx="480752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b="1" u="sng" dirty="0">
                <a:latin typeface="Times New Roman" panose="02020603050405020304" pitchFamily="18" charset="0"/>
                <a:cs typeface="Times New Roman" panose="02020603050405020304" pitchFamily="18" charset="0"/>
              </a:rPr>
              <a:t>Hardware Requirements</a:t>
            </a:r>
          </a:p>
          <a:p>
            <a:endParaRPr lang="en-IN" sz="2800" b="1"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Processor:</a:t>
            </a:r>
            <a:r>
              <a:rPr lang="en-IN" sz="2400" dirty="0">
                <a:latin typeface="Times New Roman" panose="02020603050405020304" pitchFamily="18" charset="0"/>
                <a:cs typeface="Times New Roman" panose="02020603050405020304" pitchFamily="18" charset="0"/>
              </a:rPr>
              <a:t> Intel i5 / AMD </a:t>
            </a:r>
            <a:r>
              <a:rPr lang="en-IN" sz="2400" dirty="0" err="1">
                <a:latin typeface="Times New Roman" panose="02020603050405020304" pitchFamily="18" charset="0"/>
                <a:cs typeface="Times New Roman" panose="02020603050405020304" pitchFamily="18" charset="0"/>
              </a:rPr>
              <a:t>Ryzen</a:t>
            </a:r>
            <a:r>
              <a:rPr lang="en-IN" sz="2400" dirty="0">
                <a:latin typeface="Times New Roman" panose="02020603050405020304" pitchFamily="18" charset="0"/>
                <a:cs typeface="Times New Roman" panose="02020603050405020304" pitchFamily="18" charset="0"/>
              </a:rPr>
              <a:t> 5 or higher</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RAM:</a:t>
            </a:r>
            <a:r>
              <a:rPr lang="en-IN" sz="2400" dirty="0">
                <a:latin typeface="Times New Roman" panose="02020603050405020304" pitchFamily="18" charset="0"/>
                <a:cs typeface="Times New Roman" panose="02020603050405020304" pitchFamily="18" charset="0"/>
              </a:rPr>
              <a:t> Minimum 8 GB</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Storage:</a:t>
            </a:r>
            <a:r>
              <a:rPr lang="en-IN" sz="2400" dirty="0">
                <a:latin typeface="Times New Roman" panose="02020603050405020304" pitchFamily="18" charset="0"/>
                <a:cs typeface="Times New Roman" panose="02020603050405020304" pitchFamily="18" charset="0"/>
              </a:rPr>
              <a:t> 512 GB SSD</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1B48B7B-2F31-AEB8-31D9-895B12AD3374}"/>
              </a:ext>
            </a:extLst>
          </p:cNvPr>
          <p:cNvSpPr>
            <a:spLocks noChangeArrowheads="1"/>
          </p:cNvSpPr>
          <p:nvPr/>
        </p:nvSpPr>
        <p:spPr bwMode="auto">
          <a:xfrm>
            <a:off x="5773881" y="698957"/>
            <a:ext cx="480752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800" b="1" u="sng" dirty="0">
                <a:latin typeface="Times New Roman" panose="02020603050405020304" pitchFamily="18" charset="0"/>
                <a:cs typeface="Times New Roman" panose="02020603050405020304" pitchFamily="18" charset="0"/>
              </a:rPr>
              <a:t>Software Requirements</a:t>
            </a:r>
          </a:p>
          <a:p>
            <a:endParaRPr lang="en-IN" sz="2800" b="1" u="sng"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Programming Language:</a:t>
            </a:r>
            <a:r>
              <a:rPr lang="en-IN" sz="2400" dirty="0">
                <a:latin typeface="Times New Roman" panose="02020603050405020304" pitchFamily="18" charset="0"/>
                <a:cs typeface="Times New Roman" panose="02020603050405020304" pitchFamily="18" charset="0"/>
              </a:rPr>
              <a:t> Python 3.7.6</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Frontend : </a:t>
            </a:r>
            <a:r>
              <a:rPr lang="en-IN" sz="2400" dirty="0">
                <a:latin typeface="Times New Roman" panose="02020603050405020304" pitchFamily="18" charset="0"/>
                <a:cs typeface="Times New Roman" panose="02020603050405020304" pitchFamily="18" charset="0"/>
              </a:rPr>
              <a:t>Tkinter</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Libraries:</a:t>
            </a:r>
            <a:r>
              <a:rPr lang="en-IN" sz="2400" dirty="0">
                <a:latin typeface="Times New Roman" panose="02020603050405020304" pitchFamily="18" charset="0"/>
                <a:cs typeface="Times New Roman" panose="02020603050405020304" pitchFamily="18" charset="0"/>
              </a:rPr>
              <a:t> OpenCV, NumPy, Matplotlib</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Development Environment: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 / VS Code</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5769096"/>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DE4EF-3318-97C8-C2B0-272E6185D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2D080-0926-B7A8-CAC4-0CD2004ECCBB}"/>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Novelty</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A8532B0D-C2A9-1A83-464F-9A2332C92BEE}"/>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DF124FDA-01E4-9163-59AE-CA815F789E15}"/>
              </a:ext>
            </a:extLst>
          </p:cNvPr>
          <p:cNvSpPr>
            <a:spLocks noChangeArrowheads="1"/>
          </p:cNvSpPr>
          <p:nvPr/>
        </p:nvSpPr>
        <p:spPr bwMode="auto">
          <a:xfrm>
            <a:off x="755073" y="1839073"/>
            <a:ext cx="1044632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project introduces a CNN-based deep learning approach for Indian coin denomination recognition, which overcomes the limitations of traditional size-based and rule-based image processing methods by learning features directly from coin images.</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CNN model is trained using the Adam optimizer, which adaptively adjusts learning rates during training, resulting in faster convergence, stable training, and improved classification accuracy.</a:t>
            </a:r>
          </a:p>
          <a:p>
            <a:pPr marL="342900" indent="-34290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system is designed to perform reliably under real-world conditions, including variations in lighting and the presence of worn or damaged coins, making it suitable for automated currency sorting applications.</a:t>
            </a:r>
          </a:p>
        </p:txBody>
      </p:sp>
    </p:spTree>
    <p:extLst>
      <p:ext uri="{BB962C8B-B14F-4D97-AF65-F5344CB8AC3E}">
        <p14:creationId xmlns:p14="http://schemas.microsoft.com/office/powerpoint/2010/main" val="478098740"/>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a:extLst>
              <a:ext uri="{FF2B5EF4-FFF2-40B4-BE49-F238E27FC236}">
                <a16:creationId xmlns:a16="http://schemas.microsoft.com/office/drawing/2014/main" id="{0589DE3D-E177-26DB-C03A-1A5EBA01D6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Generated image">
            <a:extLst>
              <a:ext uri="{FF2B5EF4-FFF2-40B4-BE49-F238E27FC236}">
                <a16:creationId xmlns:a16="http://schemas.microsoft.com/office/drawing/2014/main" id="{5B5855FB-3BCF-9AE2-BAB6-EC717469B9D5}"/>
              </a:ext>
            </a:extLst>
          </p:cNvPr>
          <p:cNvSpPr>
            <a:spLocks noChangeAspect="1" noChangeArrowheads="1"/>
          </p:cNvSpPr>
          <p:nvPr/>
        </p:nvSpPr>
        <p:spPr bwMode="auto">
          <a:xfrm>
            <a:off x="6629400" y="343864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12BF5CB3-6AE8-2D35-CABB-54D2E54B2FCB}"/>
              </a:ext>
            </a:extLst>
          </p:cNvPr>
          <p:cNvSpPr txBox="1"/>
          <p:nvPr/>
        </p:nvSpPr>
        <p:spPr>
          <a:xfrm>
            <a:off x="952500" y="92978"/>
            <a:ext cx="9982200" cy="707886"/>
          </a:xfrm>
          <a:prstGeom prst="rect">
            <a:avLst/>
          </a:prstGeom>
          <a:noFill/>
        </p:spPr>
        <p:txBody>
          <a:bodyPr wrap="square">
            <a:spAutoFit/>
          </a:bodyPr>
          <a:lstStyle/>
          <a:p>
            <a:pPr algn="ctr"/>
            <a:r>
              <a:rPr lang="en-US" sz="4000" b="1" dirty="0">
                <a:effectLst>
                  <a:outerShdw blurRad="38100" dist="38100" dir="2700000" algn="tl">
                    <a:srgbClr val="000000">
                      <a:alpha val="43137"/>
                    </a:srgbClr>
                  </a:outerShdw>
                </a:effectLst>
                <a:latin typeface="Times New Roman" panose="02020603050405020304"/>
                <a:cs typeface="Arial" panose="020B0604020202020204"/>
              </a:rPr>
              <a:t>System Architecture</a:t>
            </a:r>
            <a:endParaRPr lang="en-IN" sz="4000" b="1" dirty="0">
              <a:effectLst>
                <a:outerShdw blurRad="38100" dist="38100" dir="2700000" algn="tl">
                  <a:srgbClr val="000000">
                    <a:alpha val="43137"/>
                  </a:srgbClr>
                </a:outerShdw>
              </a:effectLst>
            </a:endParaRPr>
          </a:p>
        </p:txBody>
      </p:sp>
      <p:pic>
        <p:nvPicPr>
          <p:cNvPr id="10" name="Picture 9" descr="A logo with a flower&#10;&#10;Description automatically generated">
            <a:extLst>
              <a:ext uri="{FF2B5EF4-FFF2-40B4-BE49-F238E27FC236}">
                <a16:creationId xmlns:a16="http://schemas.microsoft.com/office/drawing/2014/main" id="{99FB0305-E922-9ADB-D9B3-F72743724F52}"/>
              </a:ext>
              <a:ext uri="{E8B4546A-F777-4DEB-B59E-F60E40FD9A6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DF0B4D7-AE2D-47EB-A9EF-505F3CA6417E}"/>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5" name="Content Placeholder 3">
            <a:extLst>
              <a:ext uri="{FF2B5EF4-FFF2-40B4-BE49-F238E27FC236}">
                <a16:creationId xmlns:a16="http://schemas.microsoft.com/office/drawing/2014/main" id="{79A66D4E-029F-ABAB-CCB0-54112E6E74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93210" y="890445"/>
            <a:ext cx="7696200" cy="59230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58984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E9F64-2A6F-F936-C5EF-AB6032CD2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FE756-F3B6-2584-8D59-79E81FB9BB4E}"/>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Modules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229C048B-99F0-C009-B5AE-FEA9D5994E44}"/>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D0FD459A-16B7-F465-0439-E52D455AA75E}"/>
              </a:ext>
            </a:extLst>
          </p:cNvPr>
          <p:cNvSpPr>
            <a:spLocks noChangeArrowheads="1"/>
          </p:cNvSpPr>
          <p:nvPr/>
        </p:nvSpPr>
        <p:spPr bwMode="auto">
          <a:xfrm>
            <a:off x="755073" y="1654407"/>
            <a:ext cx="1044632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Image Acquisition Module</a:t>
            </a:r>
          </a:p>
          <a:p>
            <a:pPr lvl="1"/>
            <a:r>
              <a:rPr lang="en-US" sz="2400" dirty="0">
                <a:latin typeface="Times New Roman" panose="02020603050405020304" pitchFamily="18" charset="0"/>
                <a:cs typeface="Times New Roman" panose="02020603050405020304" pitchFamily="18" charset="0"/>
              </a:rPr>
              <a:t>This module is responsible for collecting coin images from a dataset to be used as input for the system.</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Image Preprocessing Module</a:t>
            </a:r>
          </a:p>
          <a:p>
            <a:pPr lvl="1"/>
            <a:r>
              <a:rPr lang="en-US" sz="2400" dirty="0">
                <a:latin typeface="Times New Roman" panose="02020603050405020304" pitchFamily="18" charset="0"/>
                <a:cs typeface="Times New Roman" panose="02020603050405020304" pitchFamily="18" charset="0"/>
              </a:rPr>
              <a:t>The acquired images are preprocessed using techniques such as resizing, normalization, and noise reduction to improve image quality and ensure consistency for model training and testing.</a:t>
            </a:r>
          </a:p>
          <a:p>
            <a:pPr lvl="1"/>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Dataset Management &amp; Labeling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Organizes coin images into different denomination classes and assigns correct labels for effective training and evaluation of the CNN model</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335140"/>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2BB6-7CC6-77D6-7876-F35EC0B17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1A1BE-889C-8E21-1F61-C9FDFD435759}"/>
              </a:ext>
              <a:ext uri="{7E0BF544-1886-48AA-8FE6-0B881BA93C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BB81F1E-0524-4FF2-B53F-A31D56E9E3BD}"/>
              </a:ext>
            </a:extLst>
          </p:cNvPr>
          <p:cNvSpPr>
            <a:spLocks noGrp="1"/>
          </p:cNvSpPr>
          <p:nvPr>
            <p:ph type="title"/>
          </p:nvPr>
        </p:nvSpPr>
        <p:spPr>
          <a:xfrm>
            <a:off x="304800" y="476062"/>
            <a:ext cx="10515600" cy="1325563"/>
          </a:xfrm>
        </p:spPr>
        <p:txBody>
          <a:bodyPr rtlCol="0"/>
          <a:lstStyle/>
          <a:p>
            <a:pPr algn="ctr"/>
            <a:r>
              <a:rPr lang="en-US" sz="4400" b="1" dirty="0">
                <a:effectLst>
                  <a:outerShdw blurRad="38100" dist="38100" dir="2700000" algn="tl">
                    <a:srgbClr val="000000">
                      <a:alpha val="43137"/>
                    </a:srgbClr>
                  </a:outerShdw>
                </a:effectLst>
                <a:latin typeface="Times New Roman"/>
              </a:rPr>
              <a:t>Modules</a:t>
            </a:r>
            <a:br>
              <a:rPr lang="en-US" sz="4400" b="1" dirty="0">
                <a:effectLst>
                  <a:outerShdw blurRad="38100" dist="38100" dir="2700000" algn="tl">
                    <a:srgbClr val="000000">
                      <a:alpha val="43137"/>
                    </a:srgbClr>
                  </a:outerShdw>
                </a:effectLst>
                <a:latin typeface="Times New Roman"/>
              </a:rPr>
            </a:br>
            <a:endParaRPr lang="en-US" sz="4400" b="1" dirty="0">
              <a:effectLst>
                <a:outerShdw blurRad="38100" dist="38100" dir="2700000" algn="tl">
                  <a:srgbClr val="000000">
                    <a:alpha val="43137"/>
                  </a:srgbClr>
                </a:outerShdw>
              </a:effectLst>
              <a:latin typeface="Times New Roman"/>
            </a:endParaRPr>
          </a:p>
        </p:txBody>
      </p:sp>
      <p:pic>
        <p:nvPicPr>
          <p:cNvPr id="4" name="Picture 3" descr="A logo with a flower&#10;&#10;Description automatically generated">
            <a:extLst>
              <a:ext uri="{FF2B5EF4-FFF2-40B4-BE49-F238E27FC236}">
                <a16:creationId xmlns:a16="http://schemas.microsoft.com/office/drawing/2014/main" id="{44852AFC-2264-1150-D662-177A07ED7E99}"/>
              </a:ext>
              <a:ext uri="{FAD457DF-B6DF-45B0-9D6C-890CBDF64C2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3C266F75-7F31-4CD0-9533-C76767AAE40B}"/>
              </a:ext>
            </a:extLst>
          </p:cNvPr>
          <p:cNvPicPr>
            <a:picLocks noGrp="1" noChangeAspect="1"/>
          </p:cNvPicPr>
          <p:nvPr/>
        </p:nvPicPr>
        <p:blipFill>
          <a:blip r:embed="rId2"/>
          <a:stretch>
            <a:fillRect/>
          </a:stretch>
        </p:blipFill>
        <p:spPr>
          <a:xfrm>
            <a:off x="10730119" y="120375"/>
            <a:ext cx="1477065" cy="1251225"/>
          </a:xfrm>
          <a:prstGeom prst="rect">
            <a:avLst/>
          </a:prstGeom>
          <a:noFill/>
        </p:spPr>
      </p:pic>
      <p:sp>
        <p:nvSpPr>
          <p:cNvPr id="5" name="Rectangle 1">
            <a:extLst>
              <a:ext uri="{FF2B5EF4-FFF2-40B4-BE49-F238E27FC236}">
                <a16:creationId xmlns:a16="http://schemas.microsoft.com/office/drawing/2014/main" id="{E411416B-5459-BE1F-3AE1-7107A657E71D}"/>
              </a:ext>
            </a:extLst>
          </p:cNvPr>
          <p:cNvSpPr>
            <a:spLocks noChangeArrowheads="1"/>
          </p:cNvSpPr>
          <p:nvPr/>
        </p:nvSpPr>
        <p:spPr bwMode="auto">
          <a:xfrm>
            <a:off x="685800" y="1524000"/>
            <a:ext cx="1044632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Feature Extraction &amp; CNN Training Module</a:t>
            </a:r>
          </a:p>
          <a:p>
            <a:pPr lvl="1"/>
            <a:r>
              <a:rPr lang="en-US" sz="2400" dirty="0">
                <a:latin typeface="Times New Roman" panose="02020603050405020304" pitchFamily="18" charset="0"/>
                <a:cs typeface="Times New Roman" panose="02020603050405020304" pitchFamily="18" charset="0"/>
              </a:rPr>
              <a:t>A Convolutional Neural Network (CNN) automatically extracts relevant features like shape, texture, and inscriptions, and is trained using the Adam optimizer for accurate denomination classification.</a:t>
            </a:r>
          </a:p>
          <a:p>
            <a:pPr marL="800100" lvl="1" indent="-342900">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Coin Classification Module</a:t>
            </a:r>
          </a:p>
          <a:p>
            <a:pPr lvl="1"/>
            <a:r>
              <a:rPr lang="en-US" sz="2400" dirty="0">
                <a:latin typeface="Times New Roman" panose="02020603050405020304" pitchFamily="18" charset="0"/>
                <a:cs typeface="Times New Roman" panose="02020603050405020304" pitchFamily="18" charset="0"/>
              </a:rPr>
              <a:t>The trained CNN model classifies the input coin image into its respective denomination based on learned features.</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Result Display / Output Module</a:t>
            </a:r>
          </a:p>
          <a:p>
            <a:pPr lvl="1"/>
            <a:r>
              <a:rPr lang="en-US" sz="2400" dirty="0">
                <a:latin typeface="Times New Roman" panose="02020603050405020304" pitchFamily="18" charset="0"/>
                <a:cs typeface="Times New Roman" panose="02020603050405020304" pitchFamily="18" charset="0"/>
              </a:rPr>
              <a:t>This module displays the predicted coin denomination, which can be further used for automated currency sorting applications.</a:t>
            </a:r>
          </a:p>
        </p:txBody>
      </p:sp>
    </p:spTree>
    <p:extLst>
      <p:ext uri="{BB962C8B-B14F-4D97-AF65-F5344CB8AC3E}">
        <p14:creationId xmlns:p14="http://schemas.microsoft.com/office/powerpoint/2010/main" val="1531542385"/>
      </p:ext>
      <p:ext uri="{0EB2287A-6E4E-4E46-9380-D765B55232E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69FD68-C12E-89A1-E129-759F39714272}"/>
              </a:ext>
            </a:extLst>
          </p:cNvPr>
          <p:cNvSpPr txBox="1"/>
          <p:nvPr/>
        </p:nvSpPr>
        <p:spPr>
          <a:xfrm>
            <a:off x="366919" y="76200"/>
            <a:ext cx="4128881" cy="954107"/>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latin typeface="Times New Roman" panose="02020603050405020304"/>
                <a:cs typeface="Arial" panose="020B0604020202020204"/>
              </a:rPr>
              <a:t>UML DIAGRAMS -</a:t>
            </a:r>
            <a:endParaRPr lang="en-IN" sz="2800" b="1" dirty="0">
              <a:effectLst>
                <a:outerShdw blurRad="38100" dist="38100" dir="2700000" algn="tl">
                  <a:srgbClr val="000000">
                    <a:alpha val="43137"/>
                  </a:srgbClr>
                </a:outerShdw>
              </a:effectLst>
            </a:endParaRPr>
          </a:p>
          <a:p>
            <a:r>
              <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a:t>
            </a:r>
          </a:p>
        </p:txBody>
      </p:sp>
      <p:pic>
        <p:nvPicPr>
          <p:cNvPr id="8" name="Picture 7" descr="A logo with a flower&#10;&#10;Description automatically generated">
            <a:extLst>
              <a:ext uri="{FF2B5EF4-FFF2-40B4-BE49-F238E27FC236}">
                <a16:creationId xmlns:a16="http://schemas.microsoft.com/office/drawing/2014/main" id="{CDFB93A5-0B3C-0058-15E2-A081EA97BD00}"/>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2052" name="Picture 4" descr="PlantUML diagram">
            <a:extLst>
              <a:ext uri="{FF2B5EF4-FFF2-40B4-BE49-F238E27FC236}">
                <a16:creationId xmlns:a16="http://schemas.microsoft.com/office/drawing/2014/main" id="{68E3C769-AEBD-FB22-D4FF-4F4737E178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405545"/>
            <a:ext cx="4971372" cy="6046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83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3A2B1-0658-3495-A0A9-FE445EDC0F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B3E8731-E620-FE7E-EDB3-5D5072E25270}"/>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 Diagram</a:t>
            </a:r>
          </a:p>
        </p:txBody>
      </p:sp>
      <p:pic>
        <p:nvPicPr>
          <p:cNvPr id="8" name="Picture 7" descr="A logo with a flower&#10;&#10;Description automatically generated">
            <a:extLst>
              <a:ext uri="{FF2B5EF4-FFF2-40B4-BE49-F238E27FC236}">
                <a16:creationId xmlns:a16="http://schemas.microsoft.com/office/drawing/2014/main" id="{AA974DB2-E392-E82D-D377-4E29DB654BE6}"/>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1026" name="Picture 2" descr="PlantUML diagram">
            <a:extLst>
              <a:ext uri="{FF2B5EF4-FFF2-40B4-BE49-F238E27FC236}">
                <a16:creationId xmlns:a16="http://schemas.microsoft.com/office/drawing/2014/main" id="{D2037009-5011-8514-C1E9-9144FE6725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47604"/>
            <a:ext cx="9630597" cy="482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91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4116-8559-81D8-8E54-88A838697F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158477-E432-B57D-5440-8E7EE604A05A}"/>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p>
        </p:txBody>
      </p:sp>
      <p:pic>
        <p:nvPicPr>
          <p:cNvPr id="8" name="Picture 7" descr="A logo with a flower&#10;&#10;Description automatically generated">
            <a:extLst>
              <a:ext uri="{FF2B5EF4-FFF2-40B4-BE49-F238E27FC236}">
                <a16:creationId xmlns:a16="http://schemas.microsoft.com/office/drawing/2014/main" id="{E2E7A8CA-DBC4-822E-EB88-D3672009CDDF}"/>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3" name="Picture 2" descr="PlantUML diagram">
            <a:extLst>
              <a:ext uri="{FF2B5EF4-FFF2-40B4-BE49-F238E27FC236}">
                <a16:creationId xmlns:a16="http://schemas.microsoft.com/office/drawing/2014/main" id="{2829C13C-E07D-8A2F-1A92-9087984DFE7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63518" y="1143000"/>
            <a:ext cx="7710678" cy="5185570"/>
          </a:xfrm>
          <a:prstGeom prst="rect">
            <a:avLst/>
          </a:prstGeom>
          <a:noFill/>
          <a:ln>
            <a:noFill/>
          </a:ln>
        </p:spPr>
      </p:pic>
    </p:spTree>
    <p:extLst>
      <p:ext uri="{BB962C8B-B14F-4D97-AF65-F5344CB8AC3E}">
        <p14:creationId xmlns:p14="http://schemas.microsoft.com/office/powerpoint/2010/main" val="1677913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9D0B-1A80-D70A-A364-BFD748AA93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2E1C98-A126-49B2-14A4-0B2CD716A2C0}"/>
              </a:ext>
            </a:extLst>
          </p:cNvPr>
          <p:cNvSpPr txBox="1"/>
          <p:nvPr/>
        </p:nvSpPr>
        <p:spPr>
          <a:xfrm>
            <a:off x="366919" y="76200"/>
            <a:ext cx="4128881" cy="646331"/>
          </a:xfrm>
          <a:prstGeom prst="rect">
            <a:avLst/>
          </a:prstGeom>
          <a:noFill/>
        </p:spPr>
        <p:txBody>
          <a:bodyPr wrap="square" rtlCol="0">
            <a:spAutoFit/>
          </a:bodyPr>
          <a:lstStyle/>
          <a:p>
            <a:r>
              <a:rPr lang="en-IN"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p>
        </p:txBody>
      </p:sp>
      <p:pic>
        <p:nvPicPr>
          <p:cNvPr id="8" name="Picture 7" descr="A logo with a flower&#10;&#10;Description automatically generated">
            <a:extLst>
              <a:ext uri="{FF2B5EF4-FFF2-40B4-BE49-F238E27FC236}">
                <a16:creationId xmlns:a16="http://schemas.microsoft.com/office/drawing/2014/main" id="{6904FEB9-DA30-861A-D501-BDEDB38E8FF3}"/>
              </a:ex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730119" y="-3621"/>
            <a:ext cx="1477065" cy="1251225"/>
          </a:xfrm>
          <a:prstGeom prst="rect">
            <a:avLst/>
          </a:prstGeom>
          <a:noFill/>
        </p:spPr>
      </p:pic>
      <p:pic>
        <p:nvPicPr>
          <p:cNvPr id="2" name="Picture 1" descr="PlantUML diagram">
            <a:extLst>
              <a:ext uri="{FF2B5EF4-FFF2-40B4-BE49-F238E27FC236}">
                <a16:creationId xmlns:a16="http://schemas.microsoft.com/office/drawing/2014/main" id="{7A3AD6B7-7566-7C8A-6418-1B81582057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0"/>
            <a:ext cx="5215445" cy="6813783"/>
          </a:xfrm>
          <a:prstGeom prst="rect">
            <a:avLst/>
          </a:prstGeom>
          <a:noFill/>
          <a:ln>
            <a:noFill/>
          </a:ln>
        </p:spPr>
      </p:pic>
    </p:spTree>
    <p:extLst>
      <p:ext uri="{BB962C8B-B14F-4D97-AF65-F5344CB8AC3E}">
        <p14:creationId xmlns:p14="http://schemas.microsoft.com/office/powerpoint/2010/main" val="152171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31">
    <p:spTree>
      <p:nvGrpSpPr>
        <p:cNvPr id="1" name=""/>
        <p:cNvGrpSpPr/>
        <p:nvPr/>
      </p:nvGrpSpPr>
      <p:grpSpPr>
        <a:xfrm>
          <a:off x="0" y="0"/>
          <a:ext cx="0" cy="0"/>
          <a:chOff x="0" y="0"/>
          <a:chExt cx="0" cy="0"/>
        </a:xfrm>
      </p:grpSpPr>
      <p:sp>
        <p:nvSpPr>
          <p:cNvPr id="2" name="Title 1">
            <a:extLst>
              <a:ext uri="{0F6C8F96-6FF2-4483-8D28-4BB57049EEB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82B1F79-CBA6-4134-9434-D35EC57860DA}"/>
              </a:ext>
            </a:extLst>
          </p:cNvPr>
          <p:cNvSpPr>
            <a:spLocks noGrp="1"/>
          </p:cNvSpPr>
          <p:nvPr>
            <p:ph type="title"/>
          </p:nvPr>
        </p:nvSpPr>
        <p:spPr>
          <a:xfrm>
            <a:off x="1371600" y="1247604"/>
            <a:ext cx="9144000" cy="2387600"/>
          </a:xfrm>
        </p:spPr>
        <p:txBody>
          <a:bodyPr rtlCol="0"/>
          <a:lstStyle/>
          <a:p>
            <a:r>
              <a:rPr lang="en-US" b="1" dirty="0">
                <a:latin typeface="Times New Roman" panose="02020603050405020304" pitchFamily="18" charset="0"/>
                <a:cs typeface="Times New Roman" panose="02020603050405020304" pitchFamily="18" charset="0"/>
              </a:rPr>
              <a:t>THANK YOU</a:t>
            </a:r>
          </a:p>
        </p:txBody>
      </p:sp>
      <p:pic>
        <p:nvPicPr>
          <p:cNvPr id="3" name="Picture 2" descr="A logo with a flower&#10;&#10;Description automatically generated">
            <a:extLst>
              <a:ext uri="{84F97E00-4377-41CA-9504-4563D0745C5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B5884E30-1047-4801-9DB1-E352BE1B5F88}"/>
              </a:ext>
            </a:extLst>
          </p:cNvPr>
          <p:cNvPicPr>
            <a:picLocks noGrp="1" noChangeAspect="1"/>
          </p:cNvPicPr>
          <p:nvPr/>
        </p:nvPicPr>
        <p:blipFill>
          <a:blip r:embed="rId2"/>
          <a:stretch>
            <a:fillRect/>
          </a:stretch>
        </p:blipFill>
        <p:spPr>
          <a:xfrm>
            <a:off x="10515600" y="76200"/>
            <a:ext cx="1477065" cy="1251225"/>
          </a:xfrm>
          <a:prstGeom prst="rect">
            <a:avLst/>
          </a:prstGeom>
          <a:noFill/>
        </p:spPr>
      </p:pic>
    </p:spTree>
    <p:extLst>
      <p:ext uri="{D8914277-5D2F-4272-8D7B-F4E18D1A0E4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2562083261"/>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874</TotalTime>
  <Words>914</Words>
  <Application>Microsoft Office PowerPoint</Application>
  <PresentationFormat>Widescreen</PresentationFormat>
  <Paragraphs>100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Times New Roman</vt:lpstr>
      <vt:lpstr>Wingdings</vt:lpstr>
      <vt:lpstr>Calibri Light</vt:lpstr>
      <vt:lpstr>Office Theme</vt:lpstr>
      <vt:lpstr>CMR Technical Campus Department of Information Technology </vt:lpstr>
      <vt:lpstr>Index</vt:lpstr>
      <vt:lpstr>Introduction &amp; Overview</vt:lpstr>
      <vt:lpstr>Existing System </vt:lpstr>
      <vt:lpstr>Existing System Disadvantages </vt:lpstr>
      <vt:lpstr>Proposed System </vt:lpstr>
      <vt:lpstr>Proposed System Advantages </vt:lpstr>
      <vt:lpstr>Hardware and Software Requirements </vt:lpstr>
      <vt:lpstr>Novelty </vt:lpstr>
      <vt:lpstr>PowerPoint Presentation</vt:lpstr>
      <vt:lpstr>Modules </vt:lpstr>
      <vt:lpstr>Modules </vt:lpstr>
      <vt:lpstr>PowerPoint Presentation</vt:lpstr>
      <vt:lpstr>PowerPoint Presentation</vt:lpstr>
      <vt:lpstr>PowerPoint Presentation</vt:lpstr>
      <vt:lpstr>PowerPoint Presentation</vt:lpstr>
      <vt:lpstr>THANK YOU</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Mohammed Ayub</dc:creator>
  <cp:lastModifiedBy>Mohammed Ayub</cp:lastModifiedBy>
  <cp:revision>32</cp:revision>
  <dcterms:created xsi:type="dcterms:W3CDTF">2025-03-21T16:29:32Z</dcterms:created>
  <dcterms:modified xsi:type="dcterms:W3CDTF">2026-02-03T05:11:58Z</dcterms:modified>
</cp:coreProperties>
</file>